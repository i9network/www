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68" r:id="rId3"/>
    <p:sldId id="257" r:id="rId4"/>
    <p:sldId id="258" r:id="rId5"/>
    <p:sldId id="267" r:id="rId6"/>
    <p:sldId id="259" r:id="rId7"/>
    <p:sldId id="260" r:id="rId8"/>
    <p:sldId id="263" r:id="rId9"/>
    <p:sldId id="261" r:id="rId10"/>
    <p:sldId id="262" r:id="rId11"/>
    <p:sldId id="266" r:id="rId12"/>
    <p:sldId id="271"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22"/>
    <p:restoredTop sz="96350"/>
  </p:normalViewPr>
  <p:slideViewPr>
    <p:cSldViewPr snapToGrid="0">
      <p:cViewPr varScale="1">
        <p:scale>
          <a:sx n="140" d="100"/>
          <a:sy n="140" d="100"/>
        </p:scale>
        <p:origin x="1504" y="48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6.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diagrams/_rels/data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6.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svg"/></Relationships>
</file>

<file path=ppt/diagrams/_rels/drawing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data1.xml><?xml version="1.0" encoding="utf-8"?>
<dgm:dataModel xmlns:dgm="http://schemas.openxmlformats.org/drawingml/2006/diagram" xmlns:a="http://schemas.openxmlformats.org/drawingml/2006/main">
  <dgm:ptLst>
    <dgm:pt modelId="{87424C0B-F36A-4C56-9960-BB1E508F7A44}" type="doc">
      <dgm:prSet loTypeId="urn:microsoft.com/office/officeart/2008/layout/LinedList" loCatId="list" qsTypeId="urn:microsoft.com/office/officeart/2005/8/quickstyle/simple1" qsCatId="simple" csTypeId="urn:microsoft.com/office/officeart/2005/8/colors/accent0_3" csCatId="mainScheme" phldr="1"/>
      <dgm:spPr/>
      <dgm:t>
        <a:bodyPr/>
        <a:lstStyle/>
        <a:p>
          <a:endParaRPr lang="en-US"/>
        </a:p>
      </dgm:t>
    </dgm:pt>
    <dgm:pt modelId="{2CDDDFE0-C102-4542-8BF1-99E264763B1A}">
      <dgm:prSet/>
      <dgm:spPr/>
      <dgm:t>
        <a:bodyPr/>
        <a:lstStyle/>
        <a:p>
          <a:r>
            <a:rPr lang="en-US" dirty="0"/>
            <a:t>Modular Architecture – CIS, CRM, Billing &amp; Charging, Ticketing, Inventory, AAA, AI Addons</a:t>
          </a:r>
        </a:p>
      </dgm:t>
    </dgm:pt>
    <dgm:pt modelId="{AD9B26A6-B631-4529-BEB2-5E2FD93DA0B4}" type="parTrans" cxnId="{38C1E6D9-FFEE-4174-90E7-6A90CB6E959A}">
      <dgm:prSet/>
      <dgm:spPr/>
      <dgm:t>
        <a:bodyPr/>
        <a:lstStyle/>
        <a:p>
          <a:endParaRPr lang="en-US"/>
        </a:p>
      </dgm:t>
    </dgm:pt>
    <dgm:pt modelId="{3457E6D2-4262-44D6-A178-7F2E42C39604}" type="sibTrans" cxnId="{38C1E6D9-FFEE-4174-90E7-6A90CB6E959A}">
      <dgm:prSet/>
      <dgm:spPr/>
      <dgm:t>
        <a:bodyPr/>
        <a:lstStyle/>
        <a:p>
          <a:endParaRPr lang="en-US"/>
        </a:p>
      </dgm:t>
    </dgm:pt>
    <dgm:pt modelId="{01AD8E6E-F418-444C-A123-CA929C091F17}">
      <dgm:prSet/>
      <dgm:spPr/>
      <dgm:t>
        <a:bodyPr/>
        <a:lstStyle/>
        <a:p>
          <a:r>
            <a:rPr lang="en-US" dirty="0"/>
            <a:t>Real-Time by design – NATS event backbone, zero polling &amp; reactive</a:t>
          </a:r>
        </a:p>
      </dgm:t>
    </dgm:pt>
    <dgm:pt modelId="{B525ACD5-8DC8-479A-B707-9B7E4DA0857B}" type="parTrans" cxnId="{98C8AB8F-59DD-4BA5-91F7-506E45B8078F}">
      <dgm:prSet/>
      <dgm:spPr/>
      <dgm:t>
        <a:bodyPr/>
        <a:lstStyle/>
        <a:p>
          <a:endParaRPr lang="en-US"/>
        </a:p>
      </dgm:t>
    </dgm:pt>
    <dgm:pt modelId="{2292521E-30CE-4E7A-90F0-96868F475919}" type="sibTrans" cxnId="{98C8AB8F-59DD-4BA5-91F7-506E45B8078F}">
      <dgm:prSet/>
      <dgm:spPr/>
      <dgm:t>
        <a:bodyPr/>
        <a:lstStyle/>
        <a:p>
          <a:endParaRPr lang="en-US"/>
        </a:p>
      </dgm:t>
    </dgm:pt>
    <dgm:pt modelId="{58557F9A-F143-404E-884A-78CDF6D37E9B}">
      <dgm:prSet/>
      <dgm:spPr/>
      <dgm:t>
        <a:bodyPr/>
        <a:lstStyle/>
        <a:p>
          <a:r>
            <a:rPr lang="en-US" dirty="0"/>
            <a:t>Privacy-First – Consent driven, no DPI, secured by scoped access only</a:t>
          </a:r>
        </a:p>
      </dgm:t>
    </dgm:pt>
    <dgm:pt modelId="{5F90B0BC-63B1-4776-93D6-3ECBF320D47A}" type="parTrans" cxnId="{0C9F35E9-EEF3-42D3-A691-9BA7076AFF6D}">
      <dgm:prSet/>
      <dgm:spPr/>
      <dgm:t>
        <a:bodyPr/>
        <a:lstStyle/>
        <a:p>
          <a:endParaRPr lang="en-US"/>
        </a:p>
      </dgm:t>
    </dgm:pt>
    <dgm:pt modelId="{E2B11AF8-8F4A-48E9-8AC6-3F3BB5606EC8}" type="sibTrans" cxnId="{0C9F35E9-EEF3-42D3-A691-9BA7076AFF6D}">
      <dgm:prSet/>
      <dgm:spPr/>
      <dgm:t>
        <a:bodyPr/>
        <a:lstStyle/>
        <a:p>
          <a:endParaRPr lang="en-US"/>
        </a:p>
      </dgm:t>
    </dgm:pt>
    <dgm:pt modelId="{BF0155D4-481B-4691-A6B6-BF986ED58FC1}">
      <dgm:prSet/>
      <dgm:spPr/>
      <dgm:t>
        <a:bodyPr/>
        <a:lstStyle/>
        <a:p>
          <a:r>
            <a:rPr lang="en-US"/>
            <a:t>Edge-Ready – Local performance, global control</a:t>
          </a:r>
        </a:p>
      </dgm:t>
    </dgm:pt>
    <dgm:pt modelId="{77D42D3A-C652-4737-9798-16D3A56BA5BB}" type="parTrans" cxnId="{BF345430-494A-4C4B-9964-7D54C86DC9EE}">
      <dgm:prSet/>
      <dgm:spPr/>
      <dgm:t>
        <a:bodyPr/>
        <a:lstStyle/>
        <a:p>
          <a:endParaRPr lang="en-US"/>
        </a:p>
      </dgm:t>
    </dgm:pt>
    <dgm:pt modelId="{EA70130B-B20F-4245-AA45-17A84F906E1E}" type="sibTrans" cxnId="{BF345430-494A-4C4B-9964-7D54C86DC9EE}">
      <dgm:prSet/>
      <dgm:spPr/>
      <dgm:t>
        <a:bodyPr/>
        <a:lstStyle/>
        <a:p>
          <a:endParaRPr lang="en-US"/>
        </a:p>
      </dgm:t>
    </dgm:pt>
    <dgm:pt modelId="{C668731A-D3CB-FC4C-A7E0-37CD59B70028}">
      <dgm:prSet/>
      <dgm:spPr/>
      <dgm:t>
        <a:bodyPr/>
        <a:lstStyle/>
        <a:p>
          <a:r>
            <a:rPr lang="en-US" dirty="0"/>
            <a:t>Easy Onboarding – Intuitive UX for minimal learning curve adaptation. Simplified migration, </a:t>
          </a:r>
          <a:r>
            <a:rPr lang="en-US" dirty="0" err="1"/>
            <a:t>reKYC</a:t>
          </a:r>
          <a:r>
            <a:rPr lang="en-US" dirty="0"/>
            <a:t>, co-exist friendly design</a:t>
          </a:r>
        </a:p>
      </dgm:t>
    </dgm:pt>
    <dgm:pt modelId="{774A8A61-1302-4C41-B563-A0184DF7AABE}" type="parTrans" cxnId="{AEEA4A50-C311-9344-9520-235E9146265F}">
      <dgm:prSet/>
      <dgm:spPr/>
      <dgm:t>
        <a:bodyPr/>
        <a:lstStyle/>
        <a:p>
          <a:endParaRPr lang="en-US"/>
        </a:p>
      </dgm:t>
    </dgm:pt>
    <dgm:pt modelId="{E7FE2E7E-68CD-634A-8BC8-E6EC5840B75C}" type="sibTrans" cxnId="{AEEA4A50-C311-9344-9520-235E9146265F}">
      <dgm:prSet/>
      <dgm:spPr/>
      <dgm:t>
        <a:bodyPr/>
        <a:lstStyle/>
        <a:p>
          <a:endParaRPr lang="en-US"/>
        </a:p>
      </dgm:t>
    </dgm:pt>
    <dgm:pt modelId="{4B72F7B3-E51C-0F4F-B884-72906F3E12B9}" type="pres">
      <dgm:prSet presAssocID="{87424C0B-F36A-4C56-9960-BB1E508F7A44}" presName="vert0" presStyleCnt="0">
        <dgm:presLayoutVars>
          <dgm:dir/>
          <dgm:animOne val="branch"/>
          <dgm:animLvl val="lvl"/>
        </dgm:presLayoutVars>
      </dgm:prSet>
      <dgm:spPr/>
    </dgm:pt>
    <dgm:pt modelId="{0F5F16E1-3031-1D47-B834-4BD1969C301F}" type="pres">
      <dgm:prSet presAssocID="{2CDDDFE0-C102-4542-8BF1-99E264763B1A}" presName="thickLine" presStyleLbl="alignNode1" presStyleIdx="0" presStyleCnt="5"/>
      <dgm:spPr/>
    </dgm:pt>
    <dgm:pt modelId="{64E9F1CD-6522-2A43-9D97-A663816861AB}" type="pres">
      <dgm:prSet presAssocID="{2CDDDFE0-C102-4542-8BF1-99E264763B1A}" presName="horz1" presStyleCnt="0"/>
      <dgm:spPr/>
    </dgm:pt>
    <dgm:pt modelId="{313084BC-593B-DC4F-AA40-2E96C74D189B}" type="pres">
      <dgm:prSet presAssocID="{2CDDDFE0-C102-4542-8BF1-99E264763B1A}" presName="tx1" presStyleLbl="revTx" presStyleIdx="0" presStyleCnt="5"/>
      <dgm:spPr/>
    </dgm:pt>
    <dgm:pt modelId="{92E4F4E6-693A-FF49-80D0-5EEE1690D738}" type="pres">
      <dgm:prSet presAssocID="{2CDDDFE0-C102-4542-8BF1-99E264763B1A}" presName="vert1" presStyleCnt="0"/>
      <dgm:spPr/>
    </dgm:pt>
    <dgm:pt modelId="{5ACC1C83-7CD5-2444-894D-6F53414D0FD1}" type="pres">
      <dgm:prSet presAssocID="{C668731A-D3CB-FC4C-A7E0-37CD59B70028}" presName="thickLine" presStyleLbl="alignNode1" presStyleIdx="1" presStyleCnt="5"/>
      <dgm:spPr/>
    </dgm:pt>
    <dgm:pt modelId="{F509F317-9430-F643-A6C7-DEC81D8C8180}" type="pres">
      <dgm:prSet presAssocID="{C668731A-D3CB-FC4C-A7E0-37CD59B70028}" presName="horz1" presStyleCnt="0"/>
      <dgm:spPr/>
    </dgm:pt>
    <dgm:pt modelId="{5008BA01-42DE-3C43-BC98-99070318DCA6}" type="pres">
      <dgm:prSet presAssocID="{C668731A-D3CB-FC4C-A7E0-37CD59B70028}" presName="tx1" presStyleLbl="revTx" presStyleIdx="1" presStyleCnt="5"/>
      <dgm:spPr/>
    </dgm:pt>
    <dgm:pt modelId="{11AAABF5-B85C-8542-93E3-8CCCCB8D3E99}" type="pres">
      <dgm:prSet presAssocID="{C668731A-D3CB-FC4C-A7E0-37CD59B70028}" presName="vert1" presStyleCnt="0"/>
      <dgm:spPr/>
    </dgm:pt>
    <dgm:pt modelId="{59E5BFED-9081-474D-9E7A-B17AA1B91CE0}" type="pres">
      <dgm:prSet presAssocID="{01AD8E6E-F418-444C-A123-CA929C091F17}" presName="thickLine" presStyleLbl="alignNode1" presStyleIdx="2" presStyleCnt="5"/>
      <dgm:spPr/>
    </dgm:pt>
    <dgm:pt modelId="{D260EC0E-6679-3E46-A156-EAE5FAE503EA}" type="pres">
      <dgm:prSet presAssocID="{01AD8E6E-F418-444C-A123-CA929C091F17}" presName="horz1" presStyleCnt="0"/>
      <dgm:spPr/>
    </dgm:pt>
    <dgm:pt modelId="{5835DFC2-B43C-E543-B146-AD51983588F9}" type="pres">
      <dgm:prSet presAssocID="{01AD8E6E-F418-444C-A123-CA929C091F17}" presName="tx1" presStyleLbl="revTx" presStyleIdx="2" presStyleCnt="5"/>
      <dgm:spPr/>
    </dgm:pt>
    <dgm:pt modelId="{B499FA42-7E38-7A45-875E-A384B3F141A3}" type="pres">
      <dgm:prSet presAssocID="{01AD8E6E-F418-444C-A123-CA929C091F17}" presName="vert1" presStyleCnt="0"/>
      <dgm:spPr/>
    </dgm:pt>
    <dgm:pt modelId="{0CB6F493-7921-3C4A-9FDA-9F842C1814BD}" type="pres">
      <dgm:prSet presAssocID="{58557F9A-F143-404E-884A-78CDF6D37E9B}" presName="thickLine" presStyleLbl="alignNode1" presStyleIdx="3" presStyleCnt="5"/>
      <dgm:spPr/>
    </dgm:pt>
    <dgm:pt modelId="{AF15BB74-95C2-2C4E-A068-A3A1E9A34C96}" type="pres">
      <dgm:prSet presAssocID="{58557F9A-F143-404E-884A-78CDF6D37E9B}" presName="horz1" presStyleCnt="0"/>
      <dgm:spPr/>
    </dgm:pt>
    <dgm:pt modelId="{7F4853F3-CA7A-C149-9FA8-2CC0EE97A1C3}" type="pres">
      <dgm:prSet presAssocID="{58557F9A-F143-404E-884A-78CDF6D37E9B}" presName="tx1" presStyleLbl="revTx" presStyleIdx="3" presStyleCnt="5"/>
      <dgm:spPr/>
    </dgm:pt>
    <dgm:pt modelId="{6F684EA0-3CA4-9B44-AF97-ADF6C3269F4E}" type="pres">
      <dgm:prSet presAssocID="{58557F9A-F143-404E-884A-78CDF6D37E9B}" presName="vert1" presStyleCnt="0"/>
      <dgm:spPr/>
    </dgm:pt>
    <dgm:pt modelId="{799A6332-3911-4440-BD36-5CDAA58C36F4}" type="pres">
      <dgm:prSet presAssocID="{BF0155D4-481B-4691-A6B6-BF986ED58FC1}" presName="thickLine" presStyleLbl="alignNode1" presStyleIdx="4" presStyleCnt="5"/>
      <dgm:spPr/>
    </dgm:pt>
    <dgm:pt modelId="{97E1F1D6-5BF8-154F-9461-9B6BD453C36F}" type="pres">
      <dgm:prSet presAssocID="{BF0155D4-481B-4691-A6B6-BF986ED58FC1}" presName="horz1" presStyleCnt="0"/>
      <dgm:spPr/>
    </dgm:pt>
    <dgm:pt modelId="{5C4301B8-8F06-A44D-AA5B-11745EFFE946}" type="pres">
      <dgm:prSet presAssocID="{BF0155D4-481B-4691-A6B6-BF986ED58FC1}" presName="tx1" presStyleLbl="revTx" presStyleIdx="4" presStyleCnt="5"/>
      <dgm:spPr/>
    </dgm:pt>
    <dgm:pt modelId="{1437963B-D333-2042-BB40-28800E7E73D3}" type="pres">
      <dgm:prSet presAssocID="{BF0155D4-481B-4691-A6B6-BF986ED58FC1}" presName="vert1" presStyleCnt="0"/>
      <dgm:spPr/>
    </dgm:pt>
  </dgm:ptLst>
  <dgm:cxnLst>
    <dgm:cxn modelId="{BF345430-494A-4C4B-9964-7D54C86DC9EE}" srcId="{87424C0B-F36A-4C56-9960-BB1E508F7A44}" destId="{BF0155D4-481B-4691-A6B6-BF986ED58FC1}" srcOrd="4" destOrd="0" parTransId="{77D42D3A-C652-4737-9798-16D3A56BA5BB}" sibTransId="{EA70130B-B20F-4245-AA45-17A84F906E1E}"/>
    <dgm:cxn modelId="{0A3D2E31-B6DA-DA41-876A-B1147D479B25}" type="presOf" srcId="{01AD8E6E-F418-444C-A123-CA929C091F17}" destId="{5835DFC2-B43C-E543-B146-AD51983588F9}" srcOrd="0" destOrd="0" presId="urn:microsoft.com/office/officeart/2008/layout/LinedList"/>
    <dgm:cxn modelId="{AEEA4A50-C311-9344-9520-235E9146265F}" srcId="{87424C0B-F36A-4C56-9960-BB1E508F7A44}" destId="{C668731A-D3CB-FC4C-A7E0-37CD59B70028}" srcOrd="1" destOrd="0" parTransId="{774A8A61-1302-4C41-B563-A0184DF7AABE}" sibTransId="{E7FE2E7E-68CD-634A-8BC8-E6EC5840B75C}"/>
    <dgm:cxn modelId="{C75A3F5A-9E60-9847-A144-7EFAD9768AC6}" type="presOf" srcId="{BF0155D4-481B-4691-A6B6-BF986ED58FC1}" destId="{5C4301B8-8F06-A44D-AA5B-11745EFFE946}" srcOrd="0" destOrd="0" presId="urn:microsoft.com/office/officeart/2008/layout/LinedList"/>
    <dgm:cxn modelId="{AB85FC80-3959-9943-B3F4-9E50846DFF1A}" type="presOf" srcId="{C668731A-D3CB-FC4C-A7E0-37CD59B70028}" destId="{5008BA01-42DE-3C43-BC98-99070318DCA6}" srcOrd="0" destOrd="0" presId="urn:microsoft.com/office/officeart/2008/layout/LinedList"/>
    <dgm:cxn modelId="{0F630586-E35C-8849-8A7B-AE4CC3E57A35}" type="presOf" srcId="{87424C0B-F36A-4C56-9960-BB1E508F7A44}" destId="{4B72F7B3-E51C-0F4F-B884-72906F3E12B9}" srcOrd="0" destOrd="0" presId="urn:microsoft.com/office/officeart/2008/layout/LinedList"/>
    <dgm:cxn modelId="{98C8AB8F-59DD-4BA5-91F7-506E45B8078F}" srcId="{87424C0B-F36A-4C56-9960-BB1E508F7A44}" destId="{01AD8E6E-F418-444C-A123-CA929C091F17}" srcOrd="2" destOrd="0" parTransId="{B525ACD5-8DC8-479A-B707-9B7E4DA0857B}" sibTransId="{2292521E-30CE-4E7A-90F0-96868F475919}"/>
    <dgm:cxn modelId="{5BBA3CCB-C293-8249-92B5-88F5A7E0332A}" type="presOf" srcId="{58557F9A-F143-404E-884A-78CDF6D37E9B}" destId="{7F4853F3-CA7A-C149-9FA8-2CC0EE97A1C3}" srcOrd="0" destOrd="0" presId="urn:microsoft.com/office/officeart/2008/layout/LinedList"/>
    <dgm:cxn modelId="{38C1E6D9-FFEE-4174-90E7-6A90CB6E959A}" srcId="{87424C0B-F36A-4C56-9960-BB1E508F7A44}" destId="{2CDDDFE0-C102-4542-8BF1-99E264763B1A}" srcOrd="0" destOrd="0" parTransId="{AD9B26A6-B631-4529-BEB2-5E2FD93DA0B4}" sibTransId="{3457E6D2-4262-44D6-A178-7F2E42C39604}"/>
    <dgm:cxn modelId="{F5827FDB-80DB-BC4E-9D7E-A42AA3E92D58}" type="presOf" srcId="{2CDDDFE0-C102-4542-8BF1-99E264763B1A}" destId="{313084BC-593B-DC4F-AA40-2E96C74D189B}" srcOrd="0" destOrd="0" presId="urn:microsoft.com/office/officeart/2008/layout/LinedList"/>
    <dgm:cxn modelId="{0C9F35E9-EEF3-42D3-A691-9BA7076AFF6D}" srcId="{87424C0B-F36A-4C56-9960-BB1E508F7A44}" destId="{58557F9A-F143-404E-884A-78CDF6D37E9B}" srcOrd="3" destOrd="0" parTransId="{5F90B0BC-63B1-4776-93D6-3ECBF320D47A}" sibTransId="{E2B11AF8-8F4A-48E9-8AC6-3F3BB5606EC8}"/>
    <dgm:cxn modelId="{BDAF3853-DF25-E646-895D-7AFE6688C3A1}" type="presParOf" srcId="{4B72F7B3-E51C-0F4F-B884-72906F3E12B9}" destId="{0F5F16E1-3031-1D47-B834-4BD1969C301F}" srcOrd="0" destOrd="0" presId="urn:microsoft.com/office/officeart/2008/layout/LinedList"/>
    <dgm:cxn modelId="{3E022BC8-3A80-5847-9A54-8A8334F45F6D}" type="presParOf" srcId="{4B72F7B3-E51C-0F4F-B884-72906F3E12B9}" destId="{64E9F1CD-6522-2A43-9D97-A663816861AB}" srcOrd="1" destOrd="0" presId="urn:microsoft.com/office/officeart/2008/layout/LinedList"/>
    <dgm:cxn modelId="{FCC5F2B8-7487-0648-A186-BEFDD7F50EC5}" type="presParOf" srcId="{64E9F1CD-6522-2A43-9D97-A663816861AB}" destId="{313084BC-593B-DC4F-AA40-2E96C74D189B}" srcOrd="0" destOrd="0" presId="urn:microsoft.com/office/officeart/2008/layout/LinedList"/>
    <dgm:cxn modelId="{B1221996-01EB-B242-8CBC-18F8A7ED9A01}" type="presParOf" srcId="{64E9F1CD-6522-2A43-9D97-A663816861AB}" destId="{92E4F4E6-693A-FF49-80D0-5EEE1690D738}" srcOrd="1" destOrd="0" presId="urn:microsoft.com/office/officeart/2008/layout/LinedList"/>
    <dgm:cxn modelId="{00A770D2-6DFB-0D42-935D-ACDD393761F1}" type="presParOf" srcId="{4B72F7B3-E51C-0F4F-B884-72906F3E12B9}" destId="{5ACC1C83-7CD5-2444-894D-6F53414D0FD1}" srcOrd="2" destOrd="0" presId="urn:microsoft.com/office/officeart/2008/layout/LinedList"/>
    <dgm:cxn modelId="{86F101FC-632A-4348-9B69-8669F95FB9AE}" type="presParOf" srcId="{4B72F7B3-E51C-0F4F-B884-72906F3E12B9}" destId="{F509F317-9430-F643-A6C7-DEC81D8C8180}" srcOrd="3" destOrd="0" presId="urn:microsoft.com/office/officeart/2008/layout/LinedList"/>
    <dgm:cxn modelId="{D6EF2747-50BA-6D4B-AB76-198087E2D94A}" type="presParOf" srcId="{F509F317-9430-F643-A6C7-DEC81D8C8180}" destId="{5008BA01-42DE-3C43-BC98-99070318DCA6}" srcOrd="0" destOrd="0" presId="urn:microsoft.com/office/officeart/2008/layout/LinedList"/>
    <dgm:cxn modelId="{FAB17479-A5B7-5B4D-B245-9B1BBAAEEC73}" type="presParOf" srcId="{F509F317-9430-F643-A6C7-DEC81D8C8180}" destId="{11AAABF5-B85C-8542-93E3-8CCCCB8D3E99}" srcOrd="1" destOrd="0" presId="urn:microsoft.com/office/officeart/2008/layout/LinedList"/>
    <dgm:cxn modelId="{484756E8-5226-D542-AE35-E1C3F342BC5A}" type="presParOf" srcId="{4B72F7B3-E51C-0F4F-B884-72906F3E12B9}" destId="{59E5BFED-9081-474D-9E7A-B17AA1B91CE0}" srcOrd="4" destOrd="0" presId="urn:microsoft.com/office/officeart/2008/layout/LinedList"/>
    <dgm:cxn modelId="{47889E06-3A48-9C46-AA18-EA0C40C3E0F0}" type="presParOf" srcId="{4B72F7B3-E51C-0F4F-B884-72906F3E12B9}" destId="{D260EC0E-6679-3E46-A156-EAE5FAE503EA}" srcOrd="5" destOrd="0" presId="urn:microsoft.com/office/officeart/2008/layout/LinedList"/>
    <dgm:cxn modelId="{664EC1A3-37D9-6349-839D-3BB62095C6BB}" type="presParOf" srcId="{D260EC0E-6679-3E46-A156-EAE5FAE503EA}" destId="{5835DFC2-B43C-E543-B146-AD51983588F9}" srcOrd="0" destOrd="0" presId="urn:microsoft.com/office/officeart/2008/layout/LinedList"/>
    <dgm:cxn modelId="{704FDCF0-701E-604F-8064-A2EF0AA86CFA}" type="presParOf" srcId="{D260EC0E-6679-3E46-A156-EAE5FAE503EA}" destId="{B499FA42-7E38-7A45-875E-A384B3F141A3}" srcOrd="1" destOrd="0" presId="urn:microsoft.com/office/officeart/2008/layout/LinedList"/>
    <dgm:cxn modelId="{DE5E3D60-C11F-E44D-87B4-EBDFA87413A8}" type="presParOf" srcId="{4B72F7B3-E51C-0F4F-B884-72906F3E12B9}" destId="{0CB6F493-7921-3C4A-9FDA-9F842C1814BD}" srcOrd="6" destOrd="0" presId="urn:microsoft.com/office/officeart/2008/layout/LinedList"/>
    <dgm:cxn modelId="{03D22830-4C0E-D14B-9F25-46A1E902A8E2}" type="presParOf" srcId="{4B72F7B3-E51C-0F4F-B884-72906F3E12B9}" destId="{AF15BB74-95C2-2C4E-A068-A3A1E9A34C96}" srcOrd="7" destOrd="0" presId="urn:microsoft.com/office/officeart/2008/layout/LinedList"/>
    <dgm:cxn modelId="{9BB105F0-8E77-644D-A23A-3BD8CD854309}" type="presParOf" srcId="{AF15BB74-95C2-2C4E-A068-A3A1E9A34C96}" destId="{7F4853F3-CA7A-C149-9FA8-2CC0EE97A1C3}" srcOrd="0" destOrd="0" presId="urn:microsoft.com/office/officeart/2008/layout/LinedList"/>
    <dgm:cxn modelId="{7C948FA6-49D0-784A-A875-B2E321A38AE3}" type="presParOf" srcId="{AF15BB74-95C2-2C4E-A068-A3A1E9A34C96}" destId="{6F684EA0-3CA4-9B44-AF97-ADF6C3269F4E}" srcOrd="1" destOrd="0" presId="urn:microsoft.com/office/officeart/2008/layout/LinedList"/>
    <dgm:cxn modelId="{7CFB7056-D649-6647-8F0F-E987CC39C8DF}" type="presParOf" srcId="{4B72F7B3-E51C-0F4F-B884-72906F3E12B9}" destId="{799A6332-3911-4440-BD36-5CDAA58C36F4}" srcOrd="8" destOrd="0" presId="urn:microsoft.com/office/officeart/2008/layout/LinedList"/>
    <dgm:cxn modelId="{DE27EB9C-5925-0C4B-A34E-0A6DBCECFF57}" type="presParOf" srcId="{4B72F7B3-E51C-0F4F-B884-72906F3E12B9}" destId="{97E1F1D6-5BF8-154F-9461-9B6BD453C36F}" srcOrd="9" destOrd="0" presId="urn:microsoft.com/office/officeart/2008/layout/LinedList"/>
    <dgm:cxn modelId="{D1CFFF66-C9B0-A043-815D-1E39D1027B93}" type="presParOf" srcId="{97E1F1D6-5BF8-154F-9461-9B6BD453C36F}" destId="{5C4301B8-8F06-A44D-AA5B-11745EFFE946}" srcOrd="0" destOrd="0" presId="urn:microsoft.com/office/officeart/2008/layout/LinedList"/>
    <dgm:cxn modelId="{B3D70CF0-16E7-F142-A1DD-1C8AAF5860C3}" type="presParOf" srcId="{97E1F1D6-5BF8-154F-9461-9B6BD453C36F}" destId="{1437963B-D333-2042-BB40-28800E7E73D3}"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562392A-A693-4CBC-84E1-6B2E049AE789}" type="doc">
      <dgm:prSet loTypeId="urn:microsoft.com/office/officeart/2005/8/layout/default" loCatId="list" qsTypeId="urn:microsoft.com/office/officeart/2005/8/quickstyle/simple1" qsCatId="simple" csTypeId="urn:microsoft.com/office/officeart/2005/8/colors/colorful2" csCatId="colorful" phldr="1"/>
      <dgm:spPr/>
      <dgm:t>
        <a:bodyPr/>
        <a:lstStyle/>
        <a:p>
          <a:endParaRPr lang="en-US"/>
        </a:p>
      </dgm:t>
    </dgm:pt>
    <dgm:pt modelId="{BDA004E4-520C-47D1-A83D-96FBECAEFAF2}">
      <dgm:prSet/>
      <dgm:spPr/>
      <dgm:t>
        <a:bodyPr/>
        <a:lstStyle/>
        <a:p>
          <a:r>
            <a:rPr lang="en-US" dirty="0"/>
            <a:t>CRM – Contact, Leads, 36</a:t>
          </a:r>
          <a:r>
            <a:rPr lang="en-US" b="0" dirty="0"/>
            <a:t>0°</a:t>
          </a:r>
          <a:r>
            <a:rPr lang="en-US" dirty="0"/>
            <a:t> Customer View, Intelligence Hub, Success Metrics </a:t>
          </a:r>
        </a:p>
      </dgm:t>
    </dgm:pt>
    <dgm:pt modelId="{7A4F3E23-B234-469A-8795-2CF4D5922EEE}" type="parTrans" cxnId="{43F00F40-CE8C-4038-9C7C-2567B4343B5B}">
      <dgm:prSet/>
      <dgm:spPr/>
      <dgm:t>
        <a:bodyPr/>
        <a:lstStyle/>
        <a:p>
          <a:endParaRPr lang="en-US"/>
        </a:p>
      </dgm:t>
    </dgm:pt>
    <dgm:pt modelId="{20B95970-4C3C-4382-93CA-AA5D58DF176B}" type="sibTrans" cxnId="{43F00F40-CE8C-4038-9C7C-2567B4343B5B}">
      <dgm:prSet/>
      <dgm:spPr/>
      <dgm:t>
        <a:bodyPr/>
        <a:lstStyle/>
        <a:p>
          <a:endParaRPr lang="en-US"/>
        </a:p>
      </dgm:t>
    </dgm:pt>
    <dgm:pt modelId="{C0A935EC-8AB7-4B68-A157-0740144A2146}">
      <dgm:prSet/>
      <dgm:spPr/>
      <dgm:t>
        <a:bodyPr/>
        <a:lstStyle/>
        <a:p>
          <a:r>
            <a:rPr lang="en-US" dirty="0"/>
            <a:t>Market Place – </a:t>
          </a:r>
          <a:r>
            <a:rPr lang="en-US" dirty="0" err="1"/>
            <a:t>vSaas</a:t>
          </a:r>
          <a:r>
            <a:rPr lang="en-US" dirty="0"/>
            <a:t>, IoT Addons and bundling</a:t>
          </a:r>
        </a:p>
      </dgm:t>
    </dgm:pt>
    <dgm:pt modelId="{8B1EB841-A46C-41F8-91F1-753310EC3558}" type="parTrans" cxnId="{108CC408-A6BC-4FF5-8315-4467C346A740}">
      <dgm:prSet/>
      <dgm:spPr/>
      <dgm:t>
        <a:bodyPr/>
        <a:lstStyle/>
        <a:p>
          <a:endParaRPr lang="en-US"/>
        </a:p>
      </dgm:t>
    </dgm:pt>
    <dgm:pt modelId="{EE9440B4-4337-44E4-B643-710FAF5FD5E2}" type="sibTrans" cxnId="{108CC408-A6BC-4FF5-8315-4467C346A740}">
      <dgm:prSet/>
      <dgm:spPr/>
      <dgm:t>
        <a:bodyPr/>
        <a:lstStyle/>
        <a:p>
          <a:endParaRPr lang="en-US"/>
        </a:p>
      </dgm:t>
    </dgm:pt>
    <dgm:pt modelId="{C567F875-12B3-4AE2-961D-0D04FF3BC1E2}">
      <dgm:prSet/>
      <dgm:spPr/>
      <dgm:t>
        <a:bodyPr/>
        <a:lstStyle/>
        <a:p>
          <a:r>
            <a:rPr lang="en-US" dirty="0"/>
            <a:t>Ticketing – SLA-aware, BPM-powered workflows</a:t>
          </a:r>
        </a:p>
      </dgm:t>
    </dgm:pt>
    <dgm:pt modelId="{7FB06344-514D-4663-A86E-1C2F16395860}" type="parTrans" cxnId="{C53540B8-2F7C-47FA-9F3E-F00B1E3AA385}">
      <dgm:prSet/>
      <dgm:spPr/>
      <dgm:t>
        <a:bodyPr/>
        <a:lstStyle/>
        <a:p>
          <a:endParaRPr lang="en-US"/>
        </a:p>
      </dgm:t>
    </dgm:pt>
    <dgm:pt modelId="{478FCEB6-20A5-4BFD-948D-ACB6047E6F64}" type="sibTrans" cxnId="{C53540B8-2F7C-47FA-9F3E-F00B1E3AA385}">
      <dgm:prSet/>
      <dgm:spPr/>
      <dgm:t>
        <a:bodyPr/>
        <a:lstStyle/>
        <a:p>
          <a:endParaRPr lang="en-US"/>
        </a:p>
      </dgm:t>
    </dgm:pt>
    <dgm:pt modelId="{E55A1C4D-2A3D-4D4D-B3FE-B54E36738BE9}">
      <dgm:prSet/>
      <dgm:spPr/>
      <dgm:t>
        <a:bodyPr/>
        <a:lstStyle/>
        <a:p>
          <a:r>
            <a:rPr lang="en-US" dirty="0"/>
            <a:t>Inventory – Devices, OLT, ONT, Router health, Low stock, RMA </a:t>
          </a:r>
        </a:p>
      </dgm:t>
    </dgm:pt>
    <dgm:pt modelId="{14E9336A-1395-4844-B0DD-ACB9423962B6}" type="parTrans" cxnId="{87115870-6C80-4DE1-8619-ED14509934DE}">
      <dgm:prSet/>
      <dgm:spPr/>
      <dgm:t>
        <a:bodyPr/>
        <a:lstStyle/>
        <a:p>
          <a:endParaRPr lang="en-US"/>
        </a:p>
      </dgm:t>
    </dgm:pt>
    <dgm:pt modelId="{1DB310C7-081C-4962-B1BE-D67C25AE8B7C}" type="sibTrans" cxnId="{87115870-6C80-4DE1-8619-ED14509934DE}">
      <dgm:prSet/>
      <dgm:spPr/>
      <dgm:t>
        <a:bodyPr/>
        <a:lstStyle/>
        <a:p>
          <a:endParaRPr lang="en-US"/>
        </a:p>
      </dgm:t>
    </dgm:pt>
    <dgm:pt modelId="{165C05BC-CEBC-4A31-A044-C5B1107D8FDE}">
      <dgm:prSet/>
      <dgm:spPr/>
      <dgm:t>
        <a:bodyPr/>
        <a:lstStyle/>
        <a:p>
          <a:r>
            <a:rPr lang="en-US" dirty="0"/>
            <a:t>Omni Channel Communication – SMS, WhatsApp, Telegram, email</a:t>
          </a:r>
        </a:p>
      </dgm:t>
    </dgm:pt>
    <dgm:pt modelId="{6DEB3DC6-3CBE-4896-960B-CA1505A05CE2}" type="parTrans" cxnId="{1A29ED7F-FF88-46F9-88F5-D90E2BE40E53}">
      <dgm:prSet/>
      <dgm:spPr/>
      <dgm:t>
        <a:bodyPr/>
        <a:lstStyle/>
        <a:p>
          <a:endParaRPr lang="en-US"/>
        </a:p>
      </dgm:t>
    </dgm:pt>
    <dgm:pt modelId="{B36D9D4C-B248-4C7A-B1B9-822B97F52202}" type="sibTrans" cxnId="{1A29ED7F-FF88-46F9-88F5-D90E2BE40E53}">
      <dgm:prSet/>
      <dgm:spPr/>
      <dgm:t>
        <a:bodyPr/>
        <a:lstStyle/>
        <a:p>
          <a:endParaRPr lang="en-US"/>
        </a:p>
      </dgm:t>
    </dgm:pt>
    <dgm:pt modelId="{30612841-33CE-47C5-AC68-C51802D0BA03}">
      <dgm:prSet/>
      <dgm:spPr/>
      <dgm:t>
        <a:bodyPr/>
        <a:lstStyle/>
        <a:p>
          <a:r>
            <a:rPr lang="en-US" dirty="0"/>
            <a:t>AI Addon – Autonomous Tier-1 support, Prediction Agent, MCP Interface</a:t>
          </a:r>
        </a:p>
      </dgm:t>
    </dgm:pt>
    <dgm:pt modelId="{811F8DFA-94F3-4DA1-81C3-C4033A5F12EA}" type="parTrans" cxnId="{38437C7B-DDE3-4D3F-8731-A8066803430B}">
      <dgm:prSet/>
      <dgm:spPr/>
      <dgm:t>
        <a:bodyPr/>
        <a:lstStyle/>
        <a:p>
          <a:endParaRPr lang="en-US"/>
        </a:p>
      </dgm:t>
    </dgm:pt>
    <dgm:pt modelId="{6D3448A3-336A-42B5-AE3C-FB703B6EF162}" type="sibTrans" cxnId="{38437C7B-DDE3-4D3F-8731-A8066803430B}">
      <dgm:prSet/>
      <dgm:spPr/>
      <dgm:t>
        <a:bodyPr/>
        <a:lstStyle/>
        <a:p>
          <a:endParaRPr lang="en-US"/>
        </a:p>
      </dgm:t>
    </dgm:pt>
    <dgm:pt modelId="{26C82B58-3DFA-43C0-8F24-743F84991068}">
      <dgm:prSet/>
      <dgm:spPr/>
      <dgm:t>
        <a:bodyPr/>
        <a:lstStyle/>
        <a:p>
          <a:pPr rtl="0"/>
          <a:r>
            <a:rPr lang="en-US" dirty="0"/>
            <a:t>Dashboard &amp; Analytics – Churn risk, MTTR, ARPU, usage heatmaps</a:t>
          </a:r>
          <a:r>
            <a:rPr lang="en-US" dirty="0">
              <a:latin typeface="Calibri"/>
            </a:rPr>
            <a:t>,  Regulatory Based Reporting</a:t>
          </a:r>
          <a:endParaRPr lang="en-US" dirty="0"/>
        </a:p>
      </dgm:t>
    </dgm:pt>
    <dgm:pt modelId="{0F25BE8C-35BF-4FF1-871D-8AF61F32D5EE}" type="parTrans" cxnId="{6E5B4B83-9A77-437A-8CE0-B1C474EA93B9}">
      <dgm:prSet/>
      <dgm:spPr/>
      <dgm:t>
        <a:bodyPr/>
        <a:lstStyle/>
        <a:p>
          <a:endParaRPr lang="en-US"/>
        </a:p>
      </dgm:t>
    </dgm:pt>
    <dgm:pt modelId="{FF0C77DF-F0EB-4ABF-B441-BF508E43796F}" type="sibTrans" cxnId="{6E5B4B83-9A77-437A-8CE0-B1C474EA93B9}">
      <dgm:prSet/>
      <dgm:spPr/>
      <dgm:t>
        <a:bodyPr/>
        <a:lstStyle/>
        <a:p>
          <a:endParaRPr lang="en-US"/>
        </a:p>
      </dgm:t>
    </dgm:pt>
    <dgm:pt modelId="{44515469-A14C-A044-B33F-EAC740CC2302}">
      <dgm:prSet/>
      <dgm:spPr/>
      <dgm:t>
        <a:bodyPr/>
        <a:lstStyle/>
        <a:p>
          <a:r>
            <a:rPr lang="en-US" dirty="0"/>
            <a:t>CIS –Customer, KYC,  </a:t>
          </a:r>
          <a:r>
            <a:rPr lang="en-US" dirty="0" err="1"/>
            <a:t>eOnboarding</a:t>
          </a:r>
          <a:r>
            <a:rPr lang="en-US" dirty="0"/>
            <a:t> with up-sales boost recommendation</a:t>
          </a:r>
        </a:p>
      </dgm:t>
    </dgm:pt>
    <dgm:pt modelId="{9F9F4E07-E478-D642-94D4-3A7C69ED17ED}" type="parTrans" cxnId="{8E9495D1-0F68-D74B-B382-35E3ECD1B0CF}">
      <dgm:prSet/>
      <dgm:spPr/>
      <dgm:t>
        <a:bodyPr/>
        <a:lstStyle/>
        <a:p>
          <a:endParaRPr lang="en-US"/>
        </a:p>
      </dgm:t>
    </dgm:pt>
    <dgm:pt modelId="{E246C5CC-40FD-224F-BDD8-7B91EE919E49}" type="sibTrans" cxnId="{8E9495D1-0F68-D74B-B382-35E3ECD1B0CF}">
      <dgm:prSet/>
      <dgm:spPr/>
      <dgm:t>
        <a:bodyPr/>
        <a:lstStyle/>
        <a:p>
          <a:endParaRPr lang="en-US"/>
        </a:p>
      </dgm:t>
    </dgm:pt>
    <dgm:pt modelId="{9E668640-6E96-624F-BABF-42F42FD4C9FF}">
      <dgm:prSet phldr="0"/>
      <dgm:spPr/>
      <dgm:t>
        <a:bodyPr/>
        <a:lstStyle/>
        <a:p>
          <a:pPr rtl="0"/>
          <a:r>
            <a:rPr lang="en-US">
              <a:latin typeface="Calibri"/>
            </a:rPr>
            <a:t>AAA – Hybrid auth ready </a:t>
          </a:r>
          <a:endParaRPr lang="en-US"/>
        </a:p>
      </dgm:t>
    </dgm:pt>
    <dgm:pt modelId="{4C773AEB-52FB-0D4D-A592-6E2B8616F23E}" type="parTrans" cxnId="{55B9E521-48EE-A148-A8CD-B48DCC922D80}">
      <dgm:prSet/>
      <dgm:spPr/>
      <dgm:t>
        <a:bodyPr/>
        <a:lstStyle/>
        <a:p>
          <a:endParaRPr lang="en-US"/>
        </a:p>
      </dgm:t>
    </dgm:pt>
    <dgm:pt modelId="{E22319AB-0EF1-D54F-99C0-693FAAF439AE}" type="sibTrans" cxnId="{55B9E521-48EE-A148-A8CD-B48DCC922D80}">
      <dgm:prSet/>
      <dgm:spPr/>
      <dgm:t>
        <a:bodyPr/>
        <a:lstStyle/>
        <a:p>
          <a:endParaRPr lang="en-US"/>
        </a:p>
      </dgm:t>
    </dgm:pt>
    <dgm:pt modelId="{1740B267-8D91-A947-982B-83B42B58C339}">
      <dgm:prSet phldr="0"/>
      <dgm:spPr/>
      <dgm:t>
        <a:bodyPr/>
        <a:lstStyle/>
        <a:p>
          <a:pPr rtl="0"/>
          <a:r>
            <a:rPr lang="en-US" dirty="0">
              <a:latin typeface="Calibri"/>
            </a:rPr>
            <a:t>Intelligent Field Force – GIS optimized dispatch routing, KPI backed Rewards </a:t>
          </a:r>
        </a:p>
      </dgm:t>
    </dgm:pt>
    <dgm:pt modelId="{A650B7C2-2F62-EC4A-A1C3-79E0CC8E2239}" type="parTrans" cxnId="{0BD7D056-924F-4A48-B493-BF9F9663C6F4}">
      <dgm:prSet/>
      <dgm:spPr/>
      <dgm:t>
        <a:bodyPr/>
        <a:lstStyle/>
        <a:p>
          <a:endParaRPr lang="en-US"/>
        </a:p>
      </dgm:t>
    </dgm:pt>
    <dgm:pt modelId="{9D95782A-A020-A14D-8646-186D1F4ADF6F}" type="sibTrans" cxnId="{0BD7D056-924F-4A48-B493-BF9F9663C6F4}">
      <dgm:prSet/>
      <dgm:spPr/>
      <dgm:t>
        <a:bodyPr/>
        <a:lstStyle/>
        <a:p>
          <a:endParaRPr lang="en-US"/>
        </a:p>
      </dgm:t>
    </dgm:pt>
    <dgm:pt modelId="{BA2C405B-DEEE-1D4D-9E60-B65B2860CC13}">
      <dgm:prSet/>
      <dgm:spPr/>
      <dgm:t>
        <a:bodyPr/>
        <a:lstStyle/>
        <a:p>
          <a:pPr rtl="0"/>
          <a:r>
            <a:rPr lang="en-US" dirty="0"/>
            <a:t>Billing &amp; Charging – Prepaid, postpaid, usage-based, taxation</a:t>
          </a:r>
          <a:r>
            <a:rPr lang="en-US" dirty="0">
              <a:latin typeface="Calibri"/>
            </a:rPr>
            <a:t> based on country</a:t>
          </a:r>
          <a:r>
            <a:rPr lang="en-US" dirty="0"/>
            <a:t>, product </a:t>
          </a:r>
        </a:p>
      </dgm:t>
    </dgm:pt>
    <dgm:pt modelId="{D00CFDBB-EF22-9943-B6C9-E7C7F1C7C3B6}" type="parTrans" cxnId="{224302C2-0733-214B-9F8C-A1E947E5973F}">
      <dgm:prSet/>
      <dgm:spPr/>
      <dgm:t>
        <a:bodyPr/>
        <a:lstStyle/>
        <a:p>
          <a:endParaRPr lang="en-US"/>
        </a:p>
      </dgm:t>
    </dgm:pt>
    <dgm:pt modelId="{6D01EC66-4D5E-F44A-9771-48B07C00AB74}" type="sibTrans" cxnId="{224302C2-0733-214B-9F8C-A1E947E5973F}">
      <dgm:prSet/>
      <dgm:spPr/>
      <dgm:t>
        <a:bodyPr/>
        <a:lstStyle/>
        <a:p>
          <a:endParaRPr lang="en-US"/>
        </a:p>
      </dgm:t>
    </dgm:pt>
    <dgm:pt modelId="{ED736B5E-A709-4ADE-9BB3-7C3B0378666A}">
      <dgm:prSet phldr="0"/>
      <dgm:spPr/>
      <dgm:t>
        <a:bodyPr/>
        <a:lstStyle/>
        <a:p>
          <a:pPr rtl="0"/>
          <a:r>
            <a:rPr lang="en-US" dirty="0">
              <a:latin typeface="Calibri"/>
            </a:rPr>
            <a:t>Smart ONT – Gold-Tier Intelligence inside, Enterprise Grade Firmware management</a:t>
          </a:r>
          <a:endParaRPr lang="en-US" dirty="0"/>
        </a:p>
      </dgm:t>
    </dgm:pt>
    <dgm:pt modelId="{3DB3A8B1-3F3A-4BA4-88A4-A9C5EF9463C0}" type="parTrans" cxnId="{8B5F11A5-E7E3-AB46-A247-79D98B0ED6FC}">
      <dgm:prSet/>
      <dgm:spPr/>
      <dgm:t>
        <a:bodyPr/>
        <a:lstStyle/>
        <a:p>
          <a:endParaRPr lang="en-US"/>
        </a:p>
      </dgm:t>
    </dgm:pt>
    <dgm:pt modelId="{443A2E69-67A1-493B-948E-ABC0955810B2}" type="sibTrans" cxnId="{8B5F11A5-E7E3-AB46-A247-79D98B0ED6FC}">
      <dgm:prSet/>
      <dgm:spPr/>
      <dgm:t>
        <a:bodyPr/>
        <a:lstStyle/>
        <a:p>
          <a:endParaRPr lang="en-US"/>
        </a:p>
      </dgm:t>
    </dgm:pt>
    <dgm:pt modelId="{77F28208-2F8C-AD4F-8F02-7D8766474DF0}">
      <dgm:prSet/>
      <dgm:spPr/>
      <dgm:t>
        <a:bodyPr/>
        <a:lstStyle/>
        <a:p>
          <a:r>
            <a:rPr lang="en-US" dirty="0"/>
            <a:t>Logging – NetFlow, Syslog, </a:t>
          </a:r>
        </a:p>
      </dgm:t>
    </dgm:pt>
    <dgm:pt modelId="{5F54C818-9053-5B41-BF64-3BAFB1747B77}" type="parTrans" cxnId="{709FD979-670E-9344-8A74-ACF0FC8E310A}">
      <dgm:prSet/>
      <dgm:spPr/>
      <dgm:t>
        <a:bodyPr/>
        <a:lstStyle/>
        <a:p>
          <a:endParaRPr lang="en-US"/>
        </a:p>
      </dgm:t>
    </dgm:pt>
    <dgm:pt modelId="{7EEA9975-1072-EF43-BBA5-34053C9F63D5}" type="sibTrans" cxnId="{709FD979-670E-9344-8A74-ACF0FC8E310A}">
      <dgm:prSet/>
      <dgm:spPr/>
      <dgm:t>
        <a:bodyPr/>
        <a:lstStyle/>
        <a:p>
          <a:endParaRPr lang="en-US"/>
        </a:p>
      </dgm:t>
    </dgm:pt>
    <dgm:pt modelId="{590F4B5D-E5B0-1A4E-8C09-B96B41476FAB}">
      <dgm:prSet phldr="0"/>
      <dgm:spPr/>
      <dgm:t>
        <a:bodyPr/>
        <a:lstStyle/>
        <a:p>
          <a:r>
            <a:rPr lang="en-US" dirty="0">
              <a:latin typeface="Calibri"/>
            </a:rPr>
            <a:t>ROCE – Return on Capital Eq Invest</a:t>
          </a:r>
          <a:endParaRPr lang="en-US" dirty="0"/>
        </a:p>
      </dgm:t>
    </dgm:pt>
    <dgm:pt modelId="{AEDA6BC9-8731-8A4A-A4F0-CBE5950E2D62}" type="parTrans" cxnId="{FCEFE0C5-CBB8-364E-BC9E-EF9CBE4D7BC4}">
      <dgm:prSet/>
      <dgm:spPr/>
      <dgm:t>
        <a:bodyPr/>
        <a:lstStyle/>
        <a:p>
          <a:endParaRPr lang="en-US"/>
        </a:p>
      </dgm:t>
    </dgm:pt>
    <dgm:pt modelId="{778FECBF-132D-4E4C-A671-CFAE51439DF6}" type="sibTrans" cxnId="{FCEFE0C5-CBB8-364E-BC9E-EF9CBE4D7BC4}">
      <dgm:prSet/>
      <dgm:spPr/>
      <dgm:t>
        <a:bodyPr/>
        <a:lstStyle/>
        <a:p>
          <a:endParaRPr lang="en-US"/>
        </a:p>
      </dgm:t>
    </dgm:pt>
    <dgm:pt modelId="{84DD6058-5D66-494B-9B7D-1EE3F83D627C}">
      <dgm:prSet phldr="0"/>
      <dgm:spPr/>
      <dgm:t>
        <a:bodyPr/>
        <a:lstStyle/>
        <a:p>
          <a:pPr rtl="0"/>
          <a:r>
            <a:rPr lang="en-US" dirty="0"/>
            <a:t>Intelligent Network Map – GIS enabled network map and </a:t>
          </a:r>
        </a:p>
      </dgm:t>
    </dgm:pt>
    <dgm:pt modelId="{5DEE7D87-C70E-DB49-BA1C-66B35E6FBD63}" type="parTrans" cxnId="{3403C035-2A1A-A142-8CE4-E6655A57F3F1}">
      <dgm:prSet/>
      <dgm:spPr/>
      <dgm:t>
        <a:bodyPr/>
        <a:lstStyle/>
        <a:p>
          <a:endParaRPr lang="en-US"/>
        </a:p>
      </dgm:t>
    </dgm:pt>
    <dgm:pt modelId="{A3E3520D-AD30-C24A-955F-157531F94332}" type="sibTrans" cxnId="{3403C035-2A1A-A142-8CE4-E6655A57F3F1}">
      <dgm:prSet/>
      <dgm:spPr/>
      <dgm:t>
        <a:bodyPr/>
        <a:lstStyle/>
        <a:p>
          <a:endParaRPr lang="en-US"/>
        </a:p>
      </dgm:t>
    </dgm:pt>
    <dgm:pt modelId="{052B0483-24EB-5147-A61A-2A049D23E100}" type="pres">
      <dgm:prSet presAssocID="{7562392A-A693-4CBC-84E1-6B2E049AE789}" presName="diagram" presStyleCnt="0">
        <dgm:presLayoutVars>
          <dgm:dir/>
          <dgm:resizeHandles val="exact"/>
        </dgm:presLayoutVars>
      </dgm:prSet>
      <dgm:spPr/>
    </dgm:pt>
    <dgm:pt modelId="{2518C497-A1A2-0043-92F7-4D5320DF9613}" type="pres">
      <dgm:prSet presAssocID="{BDA004E4-520C-47D1-A83D-96FBECAEFAF2}" presName="node" presStyleLbl="node1" presStyleIdx="0" presStyleCnt="15">
        <dgm:presLayoutVars>
          <dgm:bulletEnabled val="1"/>
        </dgm:presLayoutVars>
      </dgm:prSet>
      <dgm:spPr/>
    </dgm:pt>
    <dgm:pt modelId="{5658C394-58D5-FC40-84E7-DEF886520CDA}" type="pres">
      <dgm:prSet presAssocID="{20B95970-4C3C-4382-93CA-AA5D58DF176B}" presName="sibTrans" presStyleCnt="0"/>
      <dgm:spPr/>
    </dgm:pt>
    <dgm:pt modelId="{2E39489D-C000-2042-A8C4-67CCCC2240F4}" type="pres">
      <dgm:prSet presAssocID="{44515469-A14C-A044-B33F-EAC740CC2302}" presName="node" presStyleLbl="node1" presStyleIdx="1" presStyleCnt="15">
        <dgm:presLayoutVars>
          <dgm:bulletEnabled val="1"/>
        </dgm:presLayoutVars>
      </dgm:prSet>
      <dgm:spPr/>
    </dgm:pt>
    <dgm:pt modelId="{6B8C2F0F-C7D8-E54E-9543-FBB41B459049}" type="pres">
      <dgm:prSet presAssocID="{E246C5CC-40FD-224F-BDD8-7B91EE919E49}" presName="sibTrans" presStyleCnt="0"/>
      <dgm:spPr/>
    </dgm:pt>
    <dgm:pt modelId="{DFE75718-8DE5-EB4E-96F7-976504D63E51}" type="pres">
      <dgm:prSet presAssocID="{BA2C405B-DEEE-1D4D-9E60-B65B2860CC13}" presName="node" presStyleLbl="node1" presStyleIdx="2" presStyleCnt="15">
        <dgm:presLayoutVars>
          <dgm:bulletEnabled val="1"/>
        </dgm:presLayoutVars>
      </dgm:prSet>
      <dgm:spPr/>
    </dgm:pt>
    <dgm:pt modelId="{FF6F9760-BDA8-4944-9BBE-E2C3A8960598}" type="pres">
      <dgm:prSet presAssocID="{6D01EC66-4D5E-F44A-9771-48B07C00AB74}" presName="sibTrans" presStyleCnt="0"/>
      <dgm:spPr/>
    </dgm:pt>
    <dgm:pt modelId="{63FE65BD-26EA-324E-8517-5B1F79A0493D}" type="pres">
      <dgm:prSet presAssocID="{9E668640-6E96-624F-BABF-42F42FD4C9FF}" presName="node" presStyleLbl="node1" presStyleIdx="3" presStyleCnt="15">
        <dgm:presLayoutVars>
          <dgm:bulletEnabled val="1"/>
        </dgm:presLayoutVars>
      </dgm:prSet>
      <dgm:spPr/>
    </dgm:pt>
    <dgm:pt modelId="{B51C2E63-B861-AB46-855F-5F3C1B4645F1}" type="pres">
      <dgm:prSet presAssocID="{E22319AB-0EF1-D54F-99C0-693FAAF439AE}" presName="sibTrans" presStyleCnt="0"/>
      <dgm:spPr/>
    </dgm:pt>
    <dgm:pt modelId="{B7EF843B-982B-4F42-9D1D-3CA273895A1F}" type="pres">
      <dgm:prSet presAssocID="{590F4B5D-E5B0-1A4E-8C09-B96B41476FAB}" presName="node" presStyleLbl="node1" presStyleIdx="4" presStyleCnt="15">
        <dgm:presLayoutVars>
          <dgm:bulletEnabled val="1"/>
        </dgm:presLayoutVars>
      </dgm:prSet>
      <dgm:spPr/>
    </dgm:pt>
    <dgm:pt modelId="{17F77FC5-60BF-0A4C-AD4B-8E84EF4D38E0}" type="pres">
      <dgm:prSet presAssocID="{778FECBF-132D-4E4C-A671-CFAE51439DF6}" presName="sibTrans" presStyleCnt="0"/>
      <dgm:spPr/>
    </dgm:pt>
    <dgm:pt modelId="{48C1CDF0-75AF-F546-B62A-EC2C76A798EE}" type="pres">
      <dgm:prSet presAssocID="{1740B267-8D91-A947-982B-83B42B58C339}" presName="node" presStyleLbl="node1" presStyleIdx="5" presStyleCnt="15">
        <dgm:presLayoutVars>
          <dgm:bulletEnabled val="1"/>
        </dgm:presLayoutVars>
      </dgm:prSet>
      <dgm:spPr/>
    </dgm:pt>
    <dgm:pt modelId="{3A85D755-89C3-1D44-A3EF-25B32F4667D2}" type="pres">
      <dgm:prSet presAssocID="{9D95782A-A020-A14D-8646-186D1F4ADF6F}" presName="sibTrans" presStyleCnt="0"/>
      <dgm:spPr/>
    </dgm:pt>
    <dgm:pt modelId="{D849E3A0-3088-0A47-8DFB-0F4C387DE694}" type="pres">
      <dgm:prSet presAssocID="{84DD6058-5D66-494B-9B7D-1EE3F83D627C}" presName="node" presStyleLbl="node1" presStyleIdx="6" presStyleCnt="15">
        <dgm:presLayoutVars>
          <dgm:bulletEnabled val="1"/>
        </dgm:presLayoutVars>
      </dgm:prSet>
      <dgm:spPr/>
    </dgm:pt>
    <dgm:pt modelId="{E9AA4BF1-AB64-5945-A6D2-3D988A296544}" type="pres">
      <dgm:prSet presAssocID="{A3E3520D-AD30-C24A-955F-157531F94332}" presName="sibTrans" presStyleCnt="0"/>
      <dgm:spPr/>
    </dgm:pt>
    <dgm:pt modelId="{48E5893A-1446-4ADD-82EA-6975C630829A}" type="pres">
      <dgm:prSet presAssocID="{ED736B5E-A709-4ADE-9BB3-7C3B0378666A}" presName="node" presStyleLbl="node1" presStyleIdx="7" presStyleCnt="15">
        <dgm:presLayoutVars>
          <dgm:bulletEnabled val="1"/>
        </dgm:presLayoutVars>
      </dgm:prSet>
      <dgm:spPr/>
    </dgm:pt>
    <dgm:pt modelId="{B6CD1A11-0A80-4AD2-901C-2F51415DD00E}" type="pres">
      <dgm:prSet presAssocID="{443A2E69-67A1-493B-948E-ABC0955810B2}" presName="sibTrans" presStyleCnt="0"/>
      <dgm:spPr/>
    </dgm:pt>
    <dgm:pt modelId="{24A48085-7BB6-7541-8E7D-889EB7D4C4E5}" type="pres">
      <dgm:prSet presAssocID="{C0A935EC-8AB7-4B68-A157-0740144A2146}" presName="node" presStyleLbl="node1" presStyleIdx="8" presStyleCnt="15">
        <dgm:presLayoutVars>
          <dgm:bulletEnabled val="1"/>
        </dgm:presLayoutVars>
      </dgm:prSet>
      <dgm:spPr/>
    </dgm:pt>
    <dgm:pt modelId="{F75F274D-29A1-3649-A7CE-39D7A5F7AB0A}" type="pres">
      <dgm:prSet presAssocID="{EE9440B4-4337-44E4-B643-710FAF5FD5E2}" presName="sibTrans" presStyleCnt="0"/>
      <dgm:spPr/>
    </dgm:pt>
    <dgm:pt modelId="{2DA15398-F596-8946-B880-71D481AE7BBA}" type="pres">
      <dgm:prSet presAssocID="{C567F875-12B3-4AE2-961D-0D04FF3BC1E2}" presName="node" presStyleLbl="node1" presStyleIdx="9" presStyleCnt="15">
        <dgm:presLayoutVars>
          <dgm:bulletEnabled val="1"/>
        </dgm:presLayoutVars>
      </dgm:prSet>
      <dgm:spPr/>
    </dgm:pt>
    <dgm:pt modelId="{75EA18EC-4249-EA46-9830-64B9699F9BA4}" type="pres">
      <dgm:prSet presAssocID="{478FCEB6-20A5-4BFD-948D-ACB6047E6F64}" presName="sibTrans" presStyleCnt="0"/>
      <dgm:spPr/>
    </dgm:pt>
    <dgm:pt modelId="{06CDAE5E-401A-8142-8703-051E4636F823}" type="pres">
      <dgm:prSet presAssocID="{E55A1C4D-2A3D-4D4D-B3FE-B54E36738BE9}" presName="node" presStyleLbl="node1" presStyleIdx="10" presStyleCnt="15">
        <dgm:presLayoutVars>
          <dgm:bulletEnabled val="1"/>
        </dgm:presLayoutVars>
      </dgm:prSet>
      <dgm:spPr/>
    </dgm:pt>
    <dgm:pt modelId="{B7840590-15DE-F842-BA99-8AB025B28C49}" type="pres">
      <dgm:prSet presAssocID="{1DB310C7-081C-4962-B1BE-D67C25AE8B7C}" presName="sibTrans" presStyleCnt="0"/>
      <dgm:spPr/>
    </dgm:pt>
    <dgm:pt modelId="{72F17A1E-9DC9-AF42-B29E-41C8C2F753DB}" type="pres">
      <dgm:prSet presAssocID="{77F28208-2F8C-AD4F-8F02-7D8766474DF0}" presName="node" presStyleLbl="node1" presStyleIdx="11" presStyleCnt="15">
        <dgm:presLayoutVars>
          <dgm:bulletEnabled val="1"/>
        </dgm:presLayoutVars>
      </dgm:prSet>
      <dgm:spPr/>
    </dgm:pt>
    <dgm:pt modelId="{509C6256-88FB-F149-A066-58E0891EB834}" type="pres">
      <dgm:prSet presAssocID="{7EEA9975-1072-EF43-BBA5-34053C9F63D5}" presName="sibTrans" presStyleCnt="0"/>
      <dgm:spPr/>
    </dgm:pt>
    <dgm:pt modelId="{F4064253-BD94-A040-8079-47ACA634B126}" type="pres">
      <dgm:prSet presAssocID="{165C05BC-CEBC-4A31-A044-C5B1107D8FDE}" presName="node" presStyleLbl="node1" presStyleIdx="12" presStyleCnt="15">
        <dgm:presLayoutVars>
          <dgm:bulletEnabled val="1"/>
        </dgm:presLayoutVars>
      </dgm:prSet>
      <dgm:spPr/>
    </dgm:pt>
    <dgm:pt modelId="{39C9AEC9-BDAD-F247-B3BF-D5CAC1003628}" type="pres">
      <dgm:prSet presAssocID="{B36D9D4C-B248-4C7A-B1B9-822B97F52202}" presName="sibTrans" presStyleCnt="0"/>
      <dgm:spPr/>
    </dgm:pt>
    <dgm:pt modelId="{307A7FFE-4401-6F4C-A96F-C2D6855BF0B0}" type="pres">
      <dgm:prSet presAssocID="{30612841-33CE-47C5-AC68-C51802D0BA03}" presName="node" presStyleLbl="node1" presStyleIdx="13" presStyleCnt="15">
        <dgm:presLayoutVars>
          <dgm:bulletEnabled val="1"/>
        </dgm:presLayoutVars>
      </dgm:prSet>
      <dgm:spPr/>
    </dgm:pt>
    <dgm:pt modelId="{260F0DDE-0FDB-714D-8220-B67C1E96E7CB}" type="pres">
      <dgm:prSet presAssocID="{6D3448A3-336A-42B5-AE3C-FB703B6EF162}" presName="sibTrans" presStyleCnt="0"/>
      <dgm:spPr/>
    </dgm:pt>
    <dgm:pt modelId="{2E177928-6BB0-724D-A4A4-40A076B76503}" type="pres">
      <dgm:prSet presAssocID="{26C82B58-3DFA-43C0-8F24-743F84991068}" presName="node" presStyleLbl="node1" presStyleIdx="14" presStyleCnt="15">
        <dgm:presLayoutVars>
          <dgm:bulletEnabled val="1"/>
        </dgm:presLayoutVars>
      </dgm:prSet>
      <dgm:spPr/>
    </dgm:pt>
  </dgm:ptLst>
  <dgm:cxnLst>
    <dgm:cxn modelId="{6F865001-8DB1-294C-9FCE-31BE1956FD95}" type="presOf" srcId="{26C82B58-3DFA-43C0-8F24-743F84991068}" destId="{2E177928-6BB0-724D-A4A4-40A076B76503}" srcOrd="0" destOrd="0" presId="urn:microsoft.com/office/officeart/2005/8/layout/default"/>
    <dgm:cxn modelId="{B5281504-9F5A-194B-A8EF-3D0CEEB985FF}" type="presOf" srcId="{30612841-33CE-47C5-AC68-C51802D0BA03}" destId="{307A7FFE-4401-6F4C-A96F-C2D6855BF0B0}" srcOrd="0" destOrd="0" presId="urn:microsoft.com/office/officeart/2005/8/layout/default"/>
    <dgm:cxn modelId="{108CC408-A6BC-4FF5-8315-4467C346A740}" srcId="{7562392A-A693-4CBC-84E1-6B2E049AE789}" destId="{C0A935EC-8AB7-4B68-A157-0740144A2146}" srcOrd="8" destOrd="0" parTransId="{8B1EB841-A46C-41F8-91F1-753310EC3558}" sibTransId="{EE9440B4-4337-44E4-B643-710FAF5FD5E2}"/>
    <dgm:cxn modelId="{55B9E521-48EE-A148-A8CD-B48DCC922D80}" srcId="{7562392A-A693-4CBC-84E1-6B2E049AE789}" destId="{9E668640-6E96-624F-BABF-42F42FD4C9FF}" srcOrd="3" destOrd="0" parTransId="{4C773AEB-52FB-0D4D-A592-6E2B8616F23E}" sibTransId="{E22319AB-0EF1-D54F-99C0-693FAAF439AE}"/>
    <dgm:cxn modelId="{3403C035-2A1A-A142-8CE4-E6655A57F3F1}" srcId="{7562392A-A693-4CBC-84E1-6B2E049AE789}" destId="{84DD6058-5D66-494B-9B7D-1EE3F83D627C}" srcOrd="6" destOrd="0" parTransId="{5DEE7D87-C70E-DB49-BA1C-66B35E6FBD63}" sibTransId="{A3E3520D-AD30-C24A-955F-157531F94332}"/>
    <dgm:cxn modelId="{43F00F40-CE8C-4038-9C7C-2567B4343B5B}" srcId="{7562392A-A693-4CBC-84E1-6B2E049AE789}" destId="{BDA004E4-520C-47D1-A83D-96FBECAEFAF2}" srcOrd="0" destOrd="0" parTransId="{7A4F3E23-B234-469A-8795-2CF4D5922EEE}" sibTransId="{20B95970-4C3C-4382-93CA-AA5D58DF176B}"/>
    <dgm:cxn modelId="{D521A040-BF66-ED4B-97EA-43951568E227}" type="presOf" srcId="{77F28208-2F8C-AD4F-8F02-7D8766474DF0}" destId="{72F17A1E-9DC9-AF42-B29E-41C8C2F753DB}" srcOrd="0" destOrd="0" presId="urn:microsoft.com/office/officeart/2005/8/layout/default"/>
    <dgm:cxn modelId="{0012F24D-3E01-DF47-8DCC-CABEF3849996}" type="presOf" srcId="{E55A1C4D-2A3D-4D4D-B3FE-B54E36738BE9}" destId="{06CDAE5E-401A-8142-8703-051E4636F823}" srcOrd="0" destOrd="0" presId="urn:microsoft.com/office/officeart/2005/8/layout/default"/>
    <dgm:cxn modelId="{B9B2D653-C005-FA4E-A137-FEFD1759FE3E}" type="presOf" srcId="{C567F875-12B3-4AE2-961D-0D04FF3BC1E2}" destId="{2DA15398-F596-8946-B880-71D481AE7BBA}" srcOrd="0" destOrd="0" presId="urn:microsoft.com/office/officeart/2005/8/layout/default"/>
    <dgm:cxn modelId="{4A7F7E55-F319-7544-AA10-115085984A47}" type="presOf" srcId="{C0A935EC-8AB7-4B68-A157-0740144A2146}" destId="{24A48085-7BB6-7541-8E7D-889EB7D4C4E5}" srcOrd="0" destOrd="0" presId="urn:microsoft.com/office/officeart/2005/8/layout/default"/>
    <dgm:cxn modelId="{0BD7D056-924F-4A48-B493-BF9F9663C6F4}" srcId="{7562392A-A693-4CBC-84E1-6B2E049AE789}" destId="{1740B267-8D91-A947-982B-83B42B58C339}" srcOrd="5" destOrd="0" parTransId="{A650B7C2-2F62-EC4A-A1C3-79E0CC8E2239}" sibTransId="{9D95782A-A020-A14D-8646-186D1F4ADF6F}"/>
    <dgm:cxn modelId="{C4C5F45A-718A-7B49-B6C8-BC55CEF2A886}" type="presOf" srcId="{BDA004E4-520C-47D1-A83D-96FBECAEFAF2}" destId="{2518C497-A1A2-0043-92F7-4D5320DF9613}" srcOrd="0" destOrd="0" presId="urn:microsoft.com/office/officeart/2005/8/layout/default"/>
    <dgm:cxn modelId="{87115870-6C80-4DE1-8619-ED14509934DE}" srcId="{7562392A-A693-4CBC-84E1-6B2E049AE789}" destId="{E55A1C4D-2A3D-4D4D-B3FE-B54E36738BE9}" srcOrd="10" destOrd="0" parTransId="{14E9336A-1395-4844-B0DD-ACB9423962B6}" sibTransId="{1DB310C7-081C-4962-B1BE-D67C25AE8B7C}"/>
    <dgm:cxn modelId="{F9CC7674-4391-5D43-9AA2-DE0565712108}" type="presOf" srcId="{44515469-A14C-A044-B33F-EAC740CC2302}" destId="{2E39489D-C000-2042-A8C4-67CCCC2240F4}" srcOrd="0" destOrd="0" presId="urn:microsoft.com/office/officeart/2005/8/layout/default"/>
    <dgm:cxn modelId="{709FD979-670E-9344-8A74-ACF0FC8E310A}" srcId="{7562392A-A693-4CBC-84E1-6B2E049AE789}" destId="{77F28208-2F8C-AD4F-8F02-7D8766474DF0}" srcOrd="11" destOrd="0" parTransId="{5F54C818-9053-5B41-BF64-3BAFB1747B77}" sibTransId="{7EEA9975-1072-EF43-BBA5-34053C9F63D5}"/>
    <dgm:cxn modelId="{38437C7B-DDE3-4D3F-8731-A8066803430B}" srcId="{7562392A-A693-4CBC-84E1-6B2E049AE789}" destId="{30612841-33CE-47C5-AC68-C51802D0BA03}" srcOrd="13" destOrd="0" parTransId="{811F8DFA-94F3-4DA1-81C3-C4033A5F12EA}" sibTransId="{6D3448A3-336A-42B5-AE3C-FB703B6EF162}"/>
    <dgm:cxn modelId="{1A29ED7F-FF88-46F9-88F5-D90E2BE40E53}" srcId="{7562392A-A693-4CBC-84E1-6B2E049AE789}" destId="{165C05BC-CEBC-4A31-A044-C5B1107D8FDE}" srcOrd="12" destOrd="0" parTransId="{6DEB3DC6-3CBE-4896-960B-CA1505A05CE2}" sibTransId="{B36D9D4C-B248-4C7A-B1B9-822B97F52202}"/>
    <dgm:cxn modelId="{6E5B4B83-9A77-437A-8CE0-B1C474EA93B9}" srcId="{7562392A-A693-4CBC-84E1-6B2E049AE789}" destId="{26C82B58-3DFA-43C0-8F24-743F84991068}" srcOrd="14" destOrd="0" parTransId="{0F25BE8C-35BF-4FF1-871D-8AF61F32D5EE}" sibTransId="{FF0C77DF-F0EB-4ABF-B441-BF508E43796F}"/>
    <dgm:cxn modelId="{B861BF85-DBB8-A64F-8118-3A610D1ED613}" type="presOf" srcId="{590F4B5D-E5B0-1A4E-8C09-B96B41476FAB}" destId="{B7EF843B-982B-4F42-9D1D-3CA273895A1F}" srcOrd="0" destOrd="0" presId="urn:microsoft.com/office/officeart/2005/8/layout/default"/>
    <dgm:cxn modelId="{9B3B6691-6A87-A24E-9B47-E71743A2F93F}" type="presOf" srcId="{84DD6058-5D66-494B-9B7D-1EE3F83D627C}" destId="{D849E3A0-3088-0A47-8DFB-0F4C387DE694}" srcOrd="0" destOrd="0" presId="urn:microsoft.com/office/officeart/2005/8/layout/default"/>
    <dgm:cxn modelId="{5FB62495-842A-E14D-BEDC-85A20A7162DB}" type="presOf" srcId="{BA2C405B-DEEE-1D4D-9E60-B65B2860CC13}" destId="{DFE75718-8DE5-EB4E-96F7-976504D63E51}" srcOrd="0" destOrd="0" presId="urn:microsoft.com/office/officeart/2005/8/layout/default"/>
    <dgm:cxn modelId="{8F4FB899-64B3-2545-A366-32B3D368B9B6}" type="presOf" srcId="{9E668640-6E96-624F-BABF-42F42FD4C9FF}" destId="{63FE65BD-26EA-324E-8517-5B1F79A0493D}" srcOrd="0" destOrd="0" presId="urn:microsoft.com/office/officeart/2005/8/layout/default"/>
    <dgm:cxn modelId="{8B5F11A5-E7E3-AB46-A247-79D98B0ED6FC}" srcId="{7562392A-A693-4CBC-84E1-6B2E049AE789}" destId="{ED736B5E-A709-4ADE-9BB3-7C3B0378666A}" srcOrd="7" destOrd="0" parTransId="{3DB3A8B1-3F3A-4BA4-88A4-A9C5EF9463C0}" sibTransId="{443A2E69-67A1-493B-948E-ABC0955810B2}"/>
    <dgm:cxn modelId="{CA056AB2-BC68-0845-B2E1-065F01C3FAED}" type="presOf" srcId="{7562392A-A693-4CBC-84E1-6B2E049AE789}" destId="{052B0483-24EB-5147-A61A-2A049D23E100}" srcOrd="0" destOrd="0" presId="urn:microsoft.com/office/officeart/2005/8/layout/default"/>
    <dgm:cxn modelId="{C53540B8-2F7C-47FA-9F3E-F00B1E3AA385}" srcId="{7562392A-A693-4CBC-84E1-6B2E049AE789}" destId="{C567F875-12B3-4AE2-961D-0D04FF3BC1E2}" srcOrd="9" destOrd="0" parTransId="{7FB06344-514D-4663-A86E-1C2F16395860}" sibTransId="{478FCEB6-20A5-4BFD-948D-ACB6047E6F64}"/>
    <dgm:cxn modelId="{224302C2-0733-214B-9F8C-A1E947E5973F}" srcId="{7562392A-A693-4CBC-84E1-6B2E049AE789}" destId="{BA2C405B-DEEE-1D4D-9E60-B65B2860CC13}" srcOrd="2" destOrd="0" parTransId="{D00CFDBB-EF22-9943-B6C9-E7C7F1C7C3B6}" sibTransId="{6D01EC66-4D5E-F44A-9771-48B07C00AB74}"/>
    <dgm:cxn modelId="{FCEFE0C5-CBB8-364E-BC9E-EF9CBE4D7BC4}" srcId="{7562392A-A693-4CBC-84E1-6B2E049AE789}" destId="{590F4B5D-E5B0-1A4E-8C09-B96B41476FAB}" srcOrd="4" destOrd="0" parTransId="{AEDA6BC9-8731-8A4A-A4F0-CBE5950E2D62}" sibTransId="{778FECBF-132D-4E4C-A671-CFAE51439DF6}"/>
    <dgm:cxn modelId="{09B0FAC6-9013-3B41-A553-C6B27316880A}" type="presOf" srcId="{ED736B5E-A709-4ADE-9BB3-7C3B0378666A}" destId="{48E5893A-1446-4ADD-82EA-6975C630829A}" srcOrd="0" destOrd="0" presId="urn:microsoft.com/office/officeart/2005/8/layout/default"/>
    <dgm:cxn modelId="{8E9495D1-0F68-D74B-B382-35E3ECD1B0CF}" srcId="{7562392A-A693-4CBC-84E1-6B2E049AE789}" destId="{44515469-A14C-A044-B33F-EAC740CC2302}" srcOrd="1" destOrd="0" parTransId="{9F9F4E07-E478-D642-94D4-3A7C69ED17ED}" sibTransId="{E246C5CC-40FD-224F-BDD8-7B91EE919E49}"/>
    <dgm:cxn modelId="{482C29DE-49B4-8F48-ADB5-2A12E5D79F39}" type="presOf" srcId="{165C05BC-CEBC-4A31-A044-C5B1107D8FDE}" destId="{F4064253-BD94-A040-8079-47ACA634B126}" srcOrd="0" destOrd="0" presId="urn:microsoft.com/office/officeart/2005/8/layout/default"/>
    <dgm:cxn modelId="{468AD4EC-6D7C-F947-914B-7C8E8D18BCCD}" type="presOf" srcId="{1740B267-8D91-A947-982B-83B42B58C339}" destId="{48C1CDF0-75AF-F546-B62A-EC2C76A798EE}" srcOrd="0" destOrd="0" presId="urn:microsoft.com/office/officeart/2005/8/layout/default"/>
    <dgm:cxn modelId="{A78E00DF-57EC-6C43-AEA3-9DE58324BC7F}" type="presParOf" srcId="{052B0483-24EB-5147-A61A-2A049D23E100}" destId="{2518C497-A1A2-0043-92F7-4D5320DF9613}" srcOrd="0" destOrd="0" presId="urn:microsoft.com/office/officeart/2005/8/layout/default"/>
    <dgm:cxn modelId="{27B0FDED-3761-174B-9928-FBA0C69E4326}" type="presParOf" srcId="{052B0483-24EB-5147-A61A-2A049D23E100}" destId="{5658C394-58D5-FC40-84E7-DEF886520CDA}" srcOrd="1" destOrd="0" presId="urn:microsoft.com/office/officeart/2005/8/layout/default"/>
    <dgm:cxn modelId="{0CAD7238-4225-2C4B-B7D3-8787AA68EB00}" type="presParOf" srcId="{052B0483-24EB-5147-A61A-2A049D23E100}" destId="{2E39489D-C000-2042-A8C4-67CCCC2240F4}" srcOrd="2" destOrd="0" presId="urn:microsoft.com/office/officeart/2005/8/layout/default"/>
    <dgm:cxn modelId="{F4422375-DE99-AB46-AE8B-831C131B9160}" type="presParOf" srcId="{052B0483-24EB-5147-A61A-2A049D23E100}" destId="{6B8C2F0F-C7D8-E54E-9543-FBB41B459049}" srcOrd="3" destOrd="0" presId="urn:microsoft.com/office/officeart/2005/8/layout/default"/>
    <dgm:cxn modelId="{A9566C01-E0E9-544F-A5A9-D42354B52FFA}" type="presParOf" srcId="{052B0483-24EB-5147-A61A-2A049D23E100}" destId="{DFE75718-8DE5-EB4E-96F7-976504D63E51}" srcOrd="4" destOrd="0" presId="urn:microsoft.com/office/officeart/2005/8/layout/default"/>
    <dgm:cxn modelId="{E85487C8-3EF7-C94E-A9E6-61F81AC6C338}" type="presParOf" srcId="{052B0483-24EB-5147-A61A-2A049D23E100}" destId="{FF6F9760-BDA8-4944-9BBE-E2C3A8960598}" srcOrd="5" destOrd="0" presId="urn:microsoft.com/office/officeart/2005/8/layout/default"/>
    <dgm:cxn modelId="{943EA7F5-36E7-234D-BFFA-00BF42EA7EAE}" type="presParOf" srcId="{052B0483-24EB-5147-A61A-2A049D23E100}" destId="{63FE65BD-26EA-324E-8517-5B1F79A0493D}" srcOrd="6" destOrd="0" presId="urn:microsoft.com/office/officeart/2005/8/layout/default"/>
    <dgm:cxn modelId="{301DD804-2798-184E-9E84-29BD5615D7F4}" type="presParOf" srcId="{052B0483-24EB-5147-A61A-2A049D23E100}" destId="{B51C2E63-B861-AB46-855F-5F3C1B4645F1}" srcOrd="7" destOrd="0" presId="urn:microsoft.com/office/officeart/2005/8/layout/default"/>
    <dgm:cxn modelId="{569CEA26-C952-D040-AA39-E75CCF8079D0}" type="presParOf" srcId="{052B0483-24EB-5147-A61A-2A049D23E100}" destId="{B7EF843B-982B-4F42-9D1D-3CA273895A1F}" srcOrd="8" destOrd="0" presId="urn:microsoft.com/office/officeart/2005/8/layout/default"/>
    <dgm:cxn modelId="{F9C09DB3-09F3-BA49-ABCE-E2F8A8B6ED9F}" type="presParOf" srcId="{052B0483-24EB-5147-A61A-2A049D23E100}" destId="{17F77FC5-60BF-0A4C-AD4B-8E84EF4D38E0}" srcOrd="9" destOrd="0" presId="urn:microsoft.com/office/officeart/2005/8/layout/default"/>
    <dgm:cxn modelId="{915E9A74-8752-A748-8871-65134884E0FA}" type="presParOf" srcId="{052B0483-24EB-5147-A61A-2A049D23E100}" destId="{48C1CDF0-75AF-F546-B62A-EC2C76A798EE}" srcOrd="10" destOrd="0" presId="urn:microsoft.com/office/officeart/2005/8/layout/default"/>
    <dgm:cxn modelId="{1D74FAA7-41A7-E143-B67E-A58AA7A0A085}" type="presParOf" srcId="{052B0483-24EB-5147-A61A-2A049D23E100}" destId="{3A85D755-89C3-1D44-A3EF-25B32F4667D2}" srcOrd="11" destOrd="0" presId="urn:microsoft.com/office/officeart/2005/8/layout/default"/>
    <dgm:cxn modelId="{AE0A9947-C0AC-2140-AD0A-C796B2CA94E6}" type="presParOf" srcId="{052B0483-24EB-5147-A61A-2A049D23E100}" destId="{D849E3A0-3088-0A47-8DFB-0F4C387DE694}" srcOrd="12" destOrd="0" presId="urn:microsoft.com/office/officeart/2005/8/layout/default"/>
    <dgm:cxn modelId="{0AC04EDE-D2E0-BC40-ACAA-203C3B6D8BA4}" type="presParOf" srcId="{052B0483-24EB-5147-A61A-2A049D23E100}" destId="{E9AA4BF1-AB64-5945-A6D2-3D988A296544}" srcOrd="13" destOrd="0" presId="urn:microsoft.com/office/officeart/2005/8/layout/default"/>
    <dgm:cxn modelId="{F17FB7ED-5488-FA4E-B541-516B9CEF8A23}" type="presParOf" srcId="{052B0483-24EB-5147-A61A-2A049D23E100}" destId="{48E5893A-1446-4ADD-82EA-6975C630829A}" srcOrd="14" destOrd="0" presId="urn:microsoft.com/office/officeart/2005/8/layout/default"/>
    <dgm:cxn modelId="{4B0E0EBA-2CB7-BC4E-9CE5-B17111297B64}" type="presParOf" srcId="{052B0483-24EB-5147-A61A-2A049D23E100}" destId="{B6CD1A11-0A80-4AD2-901C-2F51415DD00E}" srcOrd="15" destOrd="0" presId="urn:microsoft.com/office/officeart/2005/8/layout/default"/>
    <dgm:cxn modelId="{E620C310-D5CC-1542-A7CD-630668A0C727}" type="presParOf" srcId="{052B0483-24EB-5147-A61A-2A049D23E100}" destId="{24A48085-7BB6-7541-8E7D-889EB7D4C4E5}" srcOrd="16" destOrd="0" presId="urn:microsoft.com/office/officeart/2005/8/layout/default"/>
    <dgm:cxn modelId="{E30E0F02-8147-814F-BF5F-F8E231CC4577}" type="presParOf" srcId="{052B0483-24EB-5147-A61A-2A049D23E100}" destId="{F75F274D-29A1-3649-A7CE-39D7A5F7AB0A}" srcOrd="17" destOrd="0" presId="urn:microsoft.com/office/officeart/2005/8/layout/default"/>
    <dgm:cxn modelId="{5384A3DA-2527-6B42-ADF5-27CDBF0F1E84}" type="presParOf" srcId="{052B0483-24EB-5147-A61A-2A049D23E100}" destId="{2DA15398-F596-8946-B880-71D481AE7BBA}" srcOrd="18" destOrd="0" presId="urn:microsoft.com/office/officeart/2005/8/layout/default"/>
    <dgm:cxn modelId="{121DDE82-949C-904A-80B4-84247767128F}" type="presParOf" srcId="{052B0483-24EB-5147-A61A-2A049D23E100}" destId="{75EA18EC-4249-EA46-9830-64B9699F9BA4}" srcOrd="19" destOrd="0" presId="urn:microsoft.com/office/officeart/2005/8/layout/default"/>
    <dgm:cxn modelId="{7D0953D8-BE1F-C745-A0D3-8F62A7934B7B}" type="presParOf" srcId="{052B0483-24EB-5147-A61A-2A049D23E100}" destId="{06CDAE5E-401A-8142-8703-051E4636F823}" srcOrd="20" destOrd="0" presId="urn:microsoft.com/office/officeart/2005/8/layout/default"/>
    <dgm:cxn modelId="{B5DD6633-4BC2-5D4E-9832-54D134618D7B}" type="presParOf" srcId="{052B0483-24EB-5147-A61A-2A049D23E100}" destId="{B7840590-15DE-F842-BA99-8AB025B28C49}" srcOrd="21" destOrd="0" presId="urn:microsoft.com/office/officeart/2005/8/layout/default"/>
    <dgm:cxn modelId="{ACF499E9-F465-8247-AD7D-CCED839AA087}" type="presParOf" srcId="{052B0483-24EB-5147-A61A-2A049D23E100}" destId="{72F17A1E-9DC9-AF42-B29E-41C8C2F753DB}" srcOrd="22" destOrd="0" presId="urn:microsoft.com/office/officeart/2005/8/layout/default"/>
    <dgm:cxn modelId="{9C92986C-1D3F-DE45-A2E0-3800F7FD1887}" type="presParOf" srcId="{052B0483-24EB-5147-A61A-2A049D23E100}" destId="{509C6256-88FB-F149-A066-58E0891EB834}" srcOrd="23" destOrd="0" presId="urn:microsoft.com/office/officeart/2005/8/layout/default"/>
    <dgm:cxn modelId="{14EFF868-929A-AF48-A1C7-D709227A9A25}" type="presParOf" srcId="{052B0483-24EB-5147-A61A-2A049D23E100}" destId="{F4064253-BD94-A040-8079-47ACA634B126}" srcOrd="24" destOrd="0" presId="urn:microsoft.com/office/officeart/2005/8/layout/default"/>
    <dgm:cxn modelId="{262AC3D1-07F2-BF4B-98EC-3280D86F2B51}" type="presParOf" srcId="{052B0483-24EB-5147-A61A-2A049D23E100}" destId="{39C9AEC9-BDAD-F247-B3BF-D5CAC1003628}" srcOrd="25" destOrd="0" presId="urn:microsoft.com/office/officeart/2005/8/layout/default"/>
    <dgm:cxn modelId="{4139AFAE-01C7-A344-8E92-821F3EC7B1BA}" type="presParOf" srcId="{052B0483-24EB-5147-A61A-2A049D23E100}" destId="{307A7FFE-4401-6F4C-A96F-C2D6855BF0B0}" srcOrd="26" destOrd="0" presId="urn:microsoft.com/office/officeart/2005/8/layout/default"/>
    <dgm:cxn modelId="{E9D987A3-35B4-2740-A6E8-1ADB6959E226}" type="presParOf" srcId="{052B0483-24EB-5147-A61A-2A049D23E100}" destId="{260F0DDE-0FDB-714D-8220-B67C1E96E7CB}" srcOrd="27" destOrd="0" presId="urn:microsoft.com/office/officeart/2005/8/layout/default"/>
    <dgm:cxn modelId="{EBAF6893-CB80-EB4A-B7D9-0F087997A0F7}" type="presParOf" srcId="{052B0483-24EB-5147-A61A-2A049D23E100}" destId="{2E177928-6BB0-724D-A4A4-40A076B76503}" srcOrd="2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2F4C618-F9D6-4595-AC62-25E8B1684068}"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C10BFF38-68BD-4FD2-8A21-2BA5074A7641}">
      <dgm:prSet/>
      <dgm:spPr/>
      <dgm:t>
        <a:bodyPr/>
        <a:lstStyle/>
        <a:p>
          <a:r>
            <a:rPr lang="en-US" dirty="0"/>
            <a:t>✔ Wi-Fi signal drops, retry patterns, time-of-day metrics</a:t>
          </a:r>
        </a:p>
      </dgm:t>
    </dgm:pt>
    <dgm:pt modelId="{257BE6A0-B481-4A9C-A372-120792DDF862}" type="parTrans" cxnId="{92D0B16F-85D0-4BDE-A9B6-581BC7C41C70}">
      <dgm:prSet/>
      <dgm:spPr/>
      <dgm:t>
        <a:bodyPr/>
        <a:lstStyle/>
        <a:p>
          <a:endParaRPr lang="en-US"/>
        </a:p>
      </dgm:t>
    </dgm:pt>
    <dgm:pt modelId="{3865A7A9-C716-45EE-AE4F-D0369E8A4D5F}" type="sibTrans" cxnId="{92D0B16F-85D0-4BDE-A9B6-581BC7C41C70}">
      <dgm:prSet/>
      <dgm:spPr/>
      <dgm:t>
        <a:bodyPr/>
        <a:lstStyle/>
        <a:p>
          <a:endParaRPr lang="en-US"/>
        </a:p>
      </dgm:t>
    </dgm:pt>
    <dgm:pt modelId="{41F2B773-5858-4F74-975A-25CF78546601}">
      <dgm:prSet/>
      <dgm:spPr/>
      <dgm:t>
        <a:bodyPr/>
        <a:lstStyle/>
        <a:p>
          <a:r>
            <a:rPr lang="en-US"/>
            <a:t>✔ Device identity &amp; behavior (TVs, CCTV, laptops)</a:t>
          </a:r>
        </a:p>
      </dgm:t>
    </dgm:pt>
    <dgm:pt modelId="{C62FC5A6-E4BB-4A7E-8DF8-E948BBE8FFF2}" type="parTrans" cxnId="{40E6F3DA-C97A-4F6A-830C-F9ED94D416E4}">
      <dgm:prSet/>
      <dgm:spPr/>
      <dgm:t>
        <a:bodyPr/>
        <a:lstStyle/>
        <a:p>
          <a:endParaRPr lang="en-US"/>
        </a:p>
      </dgm:t>
    </dgm:pt>
    <dgm:pt modelId="{D062B794-C85B-4719-A2B8-169C30E75B8A}" type="sibTrans" cxnId="{40E6F3DA-C97A-4F6A-830C-F9ED94D416E4}">
      <dgm:prSet/>
      <dgm:spPr/>
      <dgm:t>
        <a:bodyPr/>
        <a:lstStyle/>
        <a:p>
          <a:endParaRPr lang="en-US"/>
        </a:p>
      </dgm:t>
    </dgm:pt>
    <dgm:pt modelId="{7F38D55D-0251-41F5-94E2-5F4E3C52D01B}">
      <dgm:prSet/>
      <dgm:spPr/>
      <dgm:t>
        <a:bodyPr/>
        <a:lstStyle/>
        <a:p>
          <a:r>
            <a:rPr lang="en-US"/>
            <a:t>✔ Usage-based upsell triggers (OTT spikes, work from home)</a:t>
          </a:r>
        </a:p>
      </dgm:t>
    </dgm:pt>
    <dgm:pt modelId="{B6F6132D-BB8C-4247-BE14-0E94711704B0}" type="parTrans" cxnId="{27231C88-CC78-4D40-931E-FF43C162BB30}">
      <dgm:prSet/>
      <dgm:spPr/>
      <dgm:t>
        <a:bodyPr/>
        <a:lstStyle/>
        <a:p>
          <a:endParaRPr lang="en-US"/>
        </a:p>
      </dgm:t>
    </dgm:pt>
    <dgm:pt modelId="{A1799023-4C46-47DD-AD93-AAC2E8B20F51}" type="sibTrans" cxnId="{27231C88-CC78-4D40-931E-FF43C162BB30}">
      <dgm:prSet/>
      <dgm:spPr/>
      <dgm:t>
        <a:bodyPr/>
        <a:lstStyle/>
        <a:p>
          <a:endParaRPr lang="en-US"/>
        </a:p>
      </dgm:t>
    </dgm:pt>
    <dgm:pt modelId="{4190D9DF-53C9-4CB1-84A5-C3F9082C59F3}">
      <dgm:prSet/>
      <dgm:spPr/>
      <dgm:t>
        <a:bodyPr/>
        <a:lstStyle/>
        <a:p>
          <a:r>
            <a:rPr lang="en-US"/>
            <a:t>✔ Predict churn via retry loops, ticket frequency, downtime</a:t>
          </a:r>
        </a:p>
      </dgm:t>
    </dgm:pt>
    <dgm:pt modelId="{388FEFF2-746E-4FA5-993B-AA0DAC25AFB3}" type="parTrans" cxnId="{6E2E1139-7A63-49AE-9A83-B8B756E9BC1D}">
      <dgm:prSet/>
      <dgm:spPr/>
      <dgm:t>
        <a:bodyPr/>
        <a:lstStyle/>
        <a:p>
          <a:endParaRPr lang="en-US"/>
        </a:p>
      </dgm:t>
    </dgm:pt>
    <dgm:pt modelId="{E01F1C1A-545F-4938-A044-282CBE60666E}" type="sibTrans" cxnId="{6E2E1139-7A63-49AE-9A83-B8B756E9BC1D}">
      <dgm:prSet/>
      <dgm:spPr/>
      <dgm:t>
        <a:bodyPr/>
        <a:lstStyle/>
        <a:p>
          <a:endParaRPr lang="en-US"/>
        </a:p>
      </dgm:t>
    </dgm:pt>
    <dgm:pt modelId="{E731CBD5-98A1-4A66-801E-1749B16C1E82}">
      <dgm:prSet/>
      <dgm:spPr/>
      <dgm:t>
        <a:bodyPr/>
        <a:lstStyle/>
        <a:p>
          <a:r>
            <a:rPr lang="en-US"/>
            <a:t>✔ Consent-driven, scoped, DPI-free intelligence</a:t>
          </a:r>
        </a:p>
      </dgm:t>
    </dgm:pt>
    <dgm:pt modelId="{624B1405-C7A2-4E82-8134-DD60FD7232B5}" type="parTrans" cxnId="{5F995F66-BD44-40DF-AFC0-CFFE0EA0D5A0}">
      <dgm:prSet/>
      <dgm:spPr/>
      <dgm:t>
        <a:bodyPr/>
        <a:lstStyle/>
        <a:p>
          <a:endParaRPr lang="en-US"/>
        </a:p>
      </dgm:t>
    </dgm:pt>
    <dgm:pt modelId="{42EEE904-9078-4A93-8730-BC8CE391A214}" type="sibTrans" cxnId="{5F995F66-BD44-40DF-AFC0-CFFE0EA0D5A0}">
      <dgm:prSet/>
      <dgm:spPr/>
      <dgm:t>
        <a:bodyPr/>
        <a:lstStyle/>
        <a:p>
          <a:endParaRPr lang="en-US"/>
        </a:p>
      </dgm:t>
    </dgm:pt>
    <dgm:pt modelId="{3EAFAD54-C456-439A-AEDD-9AE81BC61ADD}">
      <dgm:prSet phldr="0"/>
      <dgm:spPr/>
      <dgm:t>
        <a:bodyPr/>
        <a:lstStyle/>
        <a:p>
          <a:pPr rtl="0"/>
          <a:r>
            <a:rPr lang="en-US">
              <a:latin typeface="Calibri"/>
            </a:rPr>
            <a:t> ✔ Base for network slicing (on demand QOS)</a:t>
          </a:r>
        </a:p>
      </dgm:t>
    </dgm:pt>
    <dgm:pt modelId="{45F86C8F-66E0-4186-9DCC-02882004D9BE}" type="parTrans" cxnId="{527154D7-914C-410F-953B-B09F2B91B1E2}">
      <dgm:prSet/>
      <dgm:spPr/>
      <dgm:t>
        <a:bodyPr/>
        <a:lstStyle/>
        <a:p>
          <a:endParaRPr lang="en-US"/>
        </a:p>
      </dgm:t>
    </dgm:pt>
    <dgm:pt modelId="{7A0FA257-72EB-457E-AB96-BCA06957B405}" type="sibTrans" cxnId="{527154D7-914C-410F-953B-B09F2B91B1E2}">
      <dgm:prSet/>
      <dgm:spPr/>
      <dgm:t>
        <a:bodyPr/>
        <a:lstStyle/>
        <a:p>
          <a:endParaRPr lang="en-US"/>
        </a:p>
      </dgm:t>
    </dgm:pt>
    <dgm:pt modelId="{3880B4F0-301F-D941-86C5-4B78EE93D11F}" type="pres">
      <dgm:prSet presAssocID="{F2F4C618-F9D6-4595-AC62-25E8B1684068}" presName="linear" presStyleCnt="0">
        <dgm:presLayoutVars>
          <dgm:animLvl val="lvl"/>
          <dgm:resizeHandles val="exact"/>
        </dgm:presLayoutVars>
      </dgm:prSet>
      <dgm:spPr/>
    </dgm:pt>
    <dgm:pt modelId="{8A4918A1-BBF6-B04C-8377-FC9EAAEE3E89}" type="pres">
      <dgm:prSet presAssocID="{C10BFF38-68BD-4FD2-8A21-2BA5074A7641}" presName="parentText" presStyleLbl="node1" presStyleIdx="0" presStyleCnt="6">
        <dgm:presLayoutVars>
          <dgm:chMax val="0"/>
          <dgm:bulletEnabled val="1"/>
        </dgm:presLayoutVars>
      </dgm:prSet>
      <dgm:spPr/>
    </dgm:pt>
    <dgm:pt modelId="{B16E9EE8-AB6D-2C40-9AC7-77A569FBE7D8}" type="pres">
      <dgm:prSet presAssocID="{3865A7A9-C716-45EE-AE4F-D0369E8A4D5F}" presName="spacer" presStyleCnt="0"/>
      <dgm:spPr/>
    </dgm:pt>
    <dgm:pt modelId="{29115DA4-3BD0-DD45-A148-649C4A5A9043}" type="pres">
      <dgm:prSet presAssocID="{41F2B773-5858-4F74-975A-25CF78546601}" presName="parentText" presStyleLbl="node1" presStyleIdx="1" presStyleCnt="6">
        <dgm:presLayoutVars>
          <dgm:chMax val="0"/>
          <dgm:bulletEnabled val="1"/>
        </dgm:presLayoutVars>
      </dgm:prSet>
      <dgm:spPr/>
    </dgm:pt>
    <dgm:pt modelId="{0346C0A9-194D-174D-B7D0-E9A59A2CCFC2}" type="pres">
      <dgm:prSet presAssocID="{D062B794-C85B-4719-A2B8-169C30E75B8A}" presName="spacer" presStyleCnt="0"/>
      <dgm:spPr/>
    </dgm:pt>
    <dgm:pt modelId="{4E4878F1-BDC7-CA41-910D-5F882EF3C4DD}" type="pres">
      <dgm:prSet presAssocID="{7F38D55D-0251-41F5-94E2-5F4E3C52D01B}" presName="parentText" presStyleLbl="node1" presStyleIdx="2" presStyleCnt="6">
        <dgm:presLayoutVars>
          <dgm:chMax val="0"/>
          <dgm:bulletEnabled val="1"/>
        </dgm:presLayoutVars>
      </dgm:prSet>
      <dgm:spPr/>
    </dgm:pt>
    <dgm:pt modelId="{B8D9A575-883A-F74A-B454-4EB546EC30F8}" type="pres">
      <dgm:prSet presAssocID="{A1799023-4C46-47DD-AD93-AAC2E8B20F51}" presName="spacer" presStyleCnt="0"/>
      <dgm:spPr/>
    </dgm:pt>
    <dgm:pt modelId="{A3D1A2EA-EA46-8A4E-B3E8-7F0FE8C4DCD6}" type="pres">
      <dgm:prSet presAssocID="{4190D9DF-53C9-4CB1-84A5-C3F9082C59F3}" presName="parentText" presStyleLbl="node1" presStyleIdx="3" presStyleCnt="6">
        <dgm:presLayoutVars>
          <dgm:chMax val="0"/>
          <dgm:bulletEnabled val="1"/>
        </dgm:presLayoutVars>
      </dgm:prSet>
      <dgm:spPr/>
    </dgm:pt>
    <dgm:pt modelId="{C9D3197C-C81F-BD4F-AB02-821483726E97}" type="pres">
      <dgm:prSet presAssocID="{E01F1C1A-545F-4938-A044-282CBE60666E}" presName="spacer" presStyleCnt="0"/>
      <dgm:spPr/>
    </dgm:pt>
    <dgm:pt modelId="{637BC087-CED3-A64F-AA22-C6D9060DE2F6}" type="pres">
      <dgm:prSet presAssocID="{E731CBD5-98A1-4A66-801E-1749B16C1E82}" presName="parentText" presStyleLbl="node1" presStyleIdx="4" presStyleCnt="6">
        <dgm:presLayoutVars>
          <dgm:chMax val="0"/>
          <dgm:bulletEnabled val="1"/>
        </dgm:presLayoutVars>
      </dgm:prSet>
      <dgm:spPr/>
    </dgm:pt>
    <dgm:pt modelId="{3DDC6439-1EC1-8D4B-BD0B-F007697A4F96}" type="pres">
      <dgm:prSet presAssocID="{42EEE904-9078-4A93-8730-BC8CE391A214}" presName="spacer" presStyleCnt="0"/>
      <dgm:spPr/>
    </dgm:pt>
    <dgm:pt modelId="{1FCB19C2-C84C-1B4E-B08F-21DE9C00CF8C}" type="pres">
      <dgm:prSet presAssocID="{3EAFAD54-C456-439A-AEDD-9AE81BC61ADD}" presName="parentText" presStyleLbl="node1" presStyleIdx="5" presStyleCnt="6">
        <dgm:presLayoutVars>
          <dgm:chMax val="0"/>
          <dgm:bulletEnabled val="1"/>
        </dgm:presLayoutVars>
      </dgm:prSet>
      <dgm:spPr/>
    </dgm:pt>
  </dgm:ptLst>
  <dgm:cxnLst>
    <dgm:cxn modelId="{8AB96226-6B9D-F645-9B06-804B4F73CD9B}" type="presOf" srcId="{41F2B773-5858-4F74-975A-25CF78546601}" destId="{29115DA4-3BD0-DD45-A148-649C4A5A9043}" srcOrd="0" destOrd="0" presId="urn:microsoft.com/office/officeart/2005/8/layout/vList2"/>
    <dgm:cxn modelId="{6E2E1139-7A63-49AE-9A83-B8B756E9BC1D}" srcId="{F2F4C618-F9D6-4595-AC62-25E8B1684068}" destId="{4190D9DF-53C9-4CB1-84A5-C3F9082C59F3}" srcOrd="3" destOrd="0" parTransId="{388FEFF2-746E-4FA5-993B-AA0DAC25AFB3}" sibTransId="{E01F1C1A-545F-4938-A044-282CBE60666E}"/>
    <dgm:cxn modelId="{540E2039-4088-3644-84B4-50DEEC6A4955}" type="presOf" srcId="{C10BFF38-68BD-4FD2-8A21-2BA5074A7641}" destId="{8A4918A1-BBF6-B04C-8377-FC9EAAEE3E89}" srcOrd="0" destOrd="0" presId="urn:microsoft.com/office/officeart/2005/8/layout/vList2"/>
    <dgm:cxn modelId="{3ECBDB55-3CC4-3E4A-B0E2-58B7EDB0C1C9}" type="presOf" srcId="{F2F4C618-F9D6-4595-AC62-25E8B1684068}" destId="{3880B4F0-301F-D941-86C5-4B78EE93D11F}" srcOrd="0" destOrd="0" presId="urn:microsoft.com/office/officeart/2005/8/layout/vList2"/>
    <dgm:cxn modelId="{5F995F66-BD44-40DF-AFC0-CFFE0EA0D5A0}" srcId="{F2F4C618-F9D6-4595-AC62-25E8B1684068}" destId="{E731CBD5-98A1-4A66-801E-1749B16C1E82}" srcOrd="4" destOrd="0" parTransId="{624B1405-C7A2-4E82-8134-DD60FD7232B5}" sibTransId="{42EEE904-9078-4A93-8730-BC8CE391A214}"/>
    <dgm:cxn modelId="{92D0B16F-85D0-4BDE-A9B6-581BC7C41C70}" srcId="{F2F4C618-F9D6-4595-AC62-25E8B1684068}" destId="{C10BFF38-68BD-4FD2-8A21-2BA5074A7641}" srcOrd="0" destOrd="0" parTransId="{257BE6A0-B481-4A9C-A372-120792DDF862}" sibTransId="{3865A7A9-C716-45EE-AE4F-D0369E8A4D5F}"/>
    <dgm:cxn modelId="{F69D8774-D1CC-214C-BD31-0C50EF3B4D84}" type="presOf" srcId="{4190D9DF-53C9-4CB1-84A5-C3F9082C59F3}" destId="{A3D1A2EA-EA46-8A4E-B3E8-7F0FE8C4DCD6}" srcOrd="0" destOrd="0" presId="urn:microsoft.com/office/officeart/2005/8/layout/vList2"/>
    <dgm:cxn modelId="{27231C88-CC78-4D40-931E-FF43C162BB30}" srcId="{F2F4C618-F9D6-4595-AC62-25E8B1684068}" destId="{7F38D55D-0251-41F5-94E2-5F4E3C52D01B}" srcOrd="2" destOrd="0" parTransId="{B6F6132D-BB8C-4247-BE14-0E94711704B0}" sibTransId="{A1799023-4C46-47DD-AD93-AAC2E8B20F51}"/>
    <dgm:cxn modelId="{D859A099-C41D-084C-ADEE-BC4B57B1FF66}" type="presOf" srcId="{E731CBD5-98A1-4A66-801E-1749B16C1E82}" destId="{637BC087-CED3-A64F-AA22-C6D9060DE2F6}" srcOrd="0" destOrd="0" presId="urn:microsoft.com/office/officeart/2005/8/layout/vList2"/>
    <dgm:cxn modelId="{44C5BBC6-E903-2D4E-A093-DB37A07A76F0}" type="presOf" srcId="{3EAFAD54-C456-439A-AEDD-9AE81BC61ADD}" destId="{1FCB19C2-C84C-1B4E-B08F-21DE9C00CF8C}" srcOrd="0" destOrd="0" presId="urn:microsoft.com/office/officeart/2005/8/layout/vList2"/>
    <dgm:cxn modelId="{527154D7-914C-410F-953B-B09F2B91B1E2}" srcId="{F2F4C618-F9D6-4595-AC62-25E8B1684068}" destId="{3EAFAD54-C456-439A-AEDD-9AE81BC61ADD}" srcOrd="5" destOrd="0" parTransId="{45F86C8F-66E0-4186-9DCC-02882004D9BE}" sibTransId="{7A0FA257-72EB-457E-AB96-BCA06957B405}"/>
    <dgm:cxn modelId="{40E6F3DA-C97A-4F6A-830C-F9ED94D416E4}" srcId="{F2F4C618-F9D6-4595-AC62-25E8B1684068}" destId="{41F2B773-5858-4F74-975A-25CF78546601}" srcOrd="1" destOrd="0" parTransId="{C62FC5A6-E4BB-4A7E-8DF8-E948BBE8FFF2}" sibTransId="{D062B794-C85B-4719-A2B8-169C30E75B8A}"/>
    <dgm:cxn modelId="{E6ADA9EC-FD78-4B4D-9720-61957588DCAE}" type="presOf" srcId="{7F38D55D-0251-41F5-94E2-5F4E3C52D01B}" destId="{4E4878F1-BDC7-CA41-910D-5F882EF3C4DD}" srcOrd="0" destOrd="0" presId="urn:microsoft.com/office/officeart/2005/8/layout/vList2"/>
    <dgm:cxn modelId="{54842B2B-961C-FD49-9E96-EC7E28F6D88C}" type="presParOf" srcId="{3880B4F0-301F-D941-86C5-4B78EE93D11F}" destId="{8A4918A1-BBF6-B04C-8377-FC9EAAEE3E89}" srcOrd="0" destOrd="0" presId="urn:microsoft.com/office/officeart/2005/8/layout/vList2"/>
    <dgm:cxn modelId="{7243391F-038F-DF48-9FFC-404EEDE5DA64}" type="presParOf" srcId="{3880B4F0-301F-D941-86C5-4B78EE93D11F}" destId="{B16E9EE8-AB6D-2C40-9AC7-77A569FBE7D8}" srcOrd="1" destOrd="0" presId="urn:microsoft.com/office/officeart/2005/8/layout/vList2"/>
    <dgm:cxn modelId="{0FBF7522-C91C-B74D-951B-8D63AF0EC358}" type="presParOf" srcId="{3880B4F0-301F-D941-86C5-4B78EE93D11F}" destId="{29115DA4-3BD0-DD45-A148-649C4A5A9043}" srcOrd="2" destOrd="0" presId="urn:microsoft.com/office/officeart/2005/8/layout/vList2"/>
    <dgm:cxn modelId="{ACBA3B43-11AC-1241-B26A-82CC04D3B27A}" type="presParOf" srcId="{3880B4F0-301F-D941-86C5-4B78EE93D11F}" destId="{0346C0A9-194D-174D-B7D0-E9A59A2CCFC2}" srcOrd="3" destOrd="0" presId="urn:microsoft.com/office/officeart/2005/8/layout/vList2"/>
    <dgm:cxn modelId="{C24EE220-8B69-E74D-AEB3-A230E1C31EFA}" type="presParOf" srcId="{3880B4F0-301F-D941-86C5-4B78EE93D11F}" destId="{4E4878F1-BDC7-CA41-910D-5F882EF3C4DD}" srcOrd="4" destOrd="0" presId="urn:microsoft.com/office/officeart/2005/8/layout/vList2"/>
    <dgm:cxn modelId="{078BB5FD-BEF3-C44C-9911-2D5BA292B381}" type="presParOf" srcId="{3880B4F0-301F-D941-86C5-4B78EE93D11F}" destId="{B8D9A575-883A-F74A-B454-4EB546EC30F8}" srcOrd="5" destOrd="0" presId="urn:microsoft.com/office/officeart/2005/8/layout/vList2"/>
    <dgm:cxn modelId="{1B2B1ED5-F49F-2642-B220-E08BB4C18C9B}" type="presParOf" srcId="{3880B4F0-301F-D941-86C5-4B78EE93D11F}" destId="{A3D1A2EA-EA46-8A4E-B3E8-7F0FE8C4DCD6}" srcOrd="6" destOrd="0" presId="urn:microsoft.com/office/officeart/2005/8/layout/vList2"/>
    <dgm:cxn modelId="{E2C8A4AF-A3E3-9444-A276-5686C3ECC9CD}" type="presParOf" srcId="{3880B4F0-301F-D941-86C5-4B78EE93D11F}" destId="{C9D3197C-C81F-BD4F-AB02-821483726E97}" srcOrd="7" destOrd="0" presId="urn:microsoft.com/office/officeart/2005/8/layout/vList2"/>
    <dgm:cxn modelId="{1F8E3FF7-7808-3C4B-8F98-957DC1D43E94}" type="presParOf" srcId="{3880B4F0-301F-D941-86C5-4B78EE93D11F}" destId="{637BC087-CED3-A64F-AA22-C6D9060DE2F6}" srcOrd="8" destOrd="0" presId="urn:microsoft.com/office/officeart/2005/8/layout/vList2"/>
    <dgm:cxn modelId="{FDF4F8DA-7A67-C34D-9FCA-1739FFD0547B}" type="presParOf" srcId="{3880B4F0-301F-D941-86C5-4B78EE93D11F}" destId="{3DDC6439-1EC1-8D4B-BD0B-F007697A4F96}" srcOrd="9" destOrd="0" presId="urn:microsoft.com/office/officeart/2005/8/layout/vList2"/>
    <dgm:cxn modelId="{160480DA-70C2-8946-80C9-8FE597149071}" type="presParOf" srcId="{3880B4F0-301F-D941-86C5-4B78EE93D11F}" destId="{1FCB19C2-C84C-1B4E-B08F-21DE9C00CF8C}"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C32B025-848C-4CB0-909A-33E1BEEEAA60}" type="doc">
      <dgm:prSet loTypeId="urn:microsoft.com/office/officeart/2005/8/layout/matrix3" loCatId="matrix" qsTypeId="urn:microsoft.com/office/officeart/2005/8/quickstyle/simple1" qsCatId="simple" csTypeId="urn:microsoft.com/office/officeart/2005/8/colors/colorful2" csCatId="colorful"/>
      <dgm:spPr/>
      <dgm:t>
        <a:bodyPr/>
        <a:lstStyle/>
        <a:p>
          <a:endParaRPr lang="en-US"/>
        </a:p>
      </dgm:t>
    </dgm:pt>
    <dgm:pt modelId="{C5FD243B-E807-4FFF-A139-D9F7252905FF}">
      <dgm:prSet/>
      <dgm:spPr/>
      <dgm:t>
        <a:bodyPr/>
        <a:lstStyle/>
        <a:p>
          <a:r>
            <a:rPr lang="en-US" dirty="0"/>
            <a:t>SaaS (Multi-tenant) – Fastest GTM, lowest infra cost</a:t>
          </a:r>
        </a:p>
      </dgm:t>
    </dgm:pt>
    <dgm:pt modelId="{6020E33F-1F07-4653-A9AF-1602AF7FB324}" type="parTrans" cxnId="{4121F6C9-3592-48DE-9D8E-6EBCAFD289F1}">
      <dgm:prSet/>
      <dgm:spPr/>
      <dgm:t>
        <a:bodyPr/>
        <a:lstStyle/>
        <a:p>
          <a:endParaRPr lang="en-US"/>
        </a:p>
      </dgm:t>
    </dgm:pt>
    <dgm:pt modelId="{E4BD8AF9-F171-42BC-86A7-F849298E15CF}" type="sibTrans" cxnId="{4121F6C9-3592-48DE-9D8E-6EBCAFD289F1}">
      <dgm:prSet/>
      <dgm:spPr/>
      <dgm:t>
        <a:bodyPr/>
        <a:lstStyle/>
        <a:p>
          <a:endParaRPr lang="en-US"/>
        </a:p>
      </dgm:t>
    </dgm:pt>
    <dgm:pt modelId="{72824547-8AE0-4730-AB2F-8BE329C7BA46}">
      <dgm:prSet/>
      <dgm:spPr/>
      <dgm:t>
        <a:bodyPr/>
        <a:lstStyle/>
        <a:p>
          <a:r>
            <a:rPr lang="en-US"/>
            <a:t>On-Prem or Dedicated (Single-Tenant) Saas – For Telcos, Gov, Hotels</a:t>
          </a:r>
        </a:p>
      </dgm:t>
    </dgm:pt>
    <dgm:pt modelId="{F267356E-EE9D-4123-9116-AC84C99E2169}" type="parTrans" cxnId="{69009925-F1C9-4026-AC9F-B7DE2F053481}">
      <dgm:prSet/>
      <dgm:spPr/>
      <dgm:t>
        <a:bodyPr/>
        <a:lstStyle/>
        <a:p>
          <a:endParaRPr lang="en-US"/>
        </a:p>
      </dgm:t>
    </dgm:pt>
    <dgm:pt modelId="{3920F270-2E4F-46AF-B443-3637AC761AC1}" type="sibTrans" cxnId="{69009925-F1C9-4026-AC9F-B7DE2F053481}">
      <dgm:prSet/>
      <dgm:spPr/>
      <dgm:t>
        <a:bodyPr/>
        <a:lstStyle/>
        <a:p>
          <a:endParaRPr lang="en-US"/>
        </a:p>
      </dgm:t>
    </dgm:pt>
    <dgm:pt modelId="{BD332B75-546F-4C91-B5D1-B118EC82ACEA}">
      <dgm:prSet/>
      <dgm:spPr/>
      <dgm:t>
        <a:bodyPr/>
        <a:lstStyle/>
        <a:p>
          <a:r>
            <a:rPr lang="en-US"/>
            <a:t>Hybrid Edge-Core – Real-time at site, analytics in cloud</a:t>
          </a:r>
        </a:p>
      </dgm:t>
    </dgm:pt>
    <dgm:pt modelId="{B65DD2CE-CC86-4E12-8507-476CF15CA358}" type="parTrans" cxnId="{732CE0B0-6F9C-405E-BAB5-90B97685145A}">
      <dgm:prSet/>
      <dgm:spPr/>
      <dgm:t>
        <a:bodyPr/>
        <a:lstStyle/>
        <a:p>
          <a:endParaRPr lang="en-US"/>
        </a:p>
      </dgm:t>
    </dgm:pt>
    <dgm:pt modelId="{7E7C1602-A274-4EFB-BFCD-32AE547732EE}" type="sibTrans" cxnId="{732CE0B0-6F9C-405E-BAB5-90B97685145A}">
      <dgm:prSet/>
      <dgm:spPr/>
      <dgm:t>
        <a:bodyPr/>
        <a:lstStyle/>
        <a:p>
          <a:endParaRPr lang="en-US"/>
        </a:p>
      </dgm:t>
    </dgm:pt>
    <dgm:pt modelId="{C945087B-F329-4E1B-BE34-54389A656F11}">
      <dgm:prSet/>
      <dgm:spPr/>
      <dgm:t>
        <a:bodyPr/>
        <a:lstStyle/>
        <a:p>
          <a:r>
            <a:rPr lang="en-US"/>
            <a:t>Cloud agnostic design, compatible with Public Cloud (AWS, Azure, GCP, other cloud providers) or Private Cloud</a:t>
          </a:r>
        </a:p>
      </dgm:t>
    </dgm:pt>
    <dgm:pt modelId="{3E8C3D76-25EA-4BB6-9435-FC97850A1054}" type="parTrans" cxnId="{35F5DC01-0455-4B6A-AFF9-C45361612809}">
      <dgm:prSet/>
      <dgm:spPr/>
      <dgm:t>
        <a:bodyPr/>
        <a:lstStyle/>
        <a:p>
          <a:endParaRPr lang="en-US"/>
        </a:p>
      </dgm:t>
    </dgm:pt>
    <dgm:pt modelId="{9425DF46-08B0-47DB-974E-F4CB4FFDDBFD}" type="sibTrans" cxnId="{35F5DC01-0455-4B6A-AFF9-C45361612809}">
      <dgm:prSet/>
      <dgm:spPr/>
      <dgm:t>
        <a:bodyPr/>
        <a:lstStyle/>
        <a:p>
          <a:endParaRPr lang="en-US"/>
        </a:p>
      </dgm:t>
    </dgm:pt>
    <dgm:pt modelId="{4E9A34EA-EC00-544E-B281-C246BAFC5679}" type="pres">
      <dgm:prSet presAssocID="{CC32B025-848C-4CB0-909A-33E1BEEEAA60}" presName="matrix" presStyleCnt="0">
        <dgm:presLayoutVars>
          <dgm:chMax val="1"/>
          <dgm:dir/>
          <dgm:resizeHandles val="exact"/>
        </dgm:presLayoutVars>
      </dgm:prSet>
      <dgm:spPr/>
    </dgm:pt>
    <dgm:pt modelId="{066C5F52-980D-B54B-97EF-86740EC2333B}" type="pres">
      <dgm:prSet presAssocID="{CC32B025-848C-4CB0-909A-33E1BEEEAA60}" presName="diamond" presStyleLbl="bgShp" presStyleIdx="0" presStyleCnt="1"/>
      <dgm:spPr/>
    </dgm:pt>
    <dgm:pt modelId="{AC0CE3FF-9FC0-2240-8AE8-14D1BF0494F6}" type="pres">
      <dgm:prSet presAssocID="{CC32B025-848C-4CB0-909A-33E1BEEEAA60}" presName="quad1" presStyleLbl="node1" presStyleIdx="0" presStyleCnt="4">
        <dgm:presLayoutVars>
          <dgm:chMax val="0"/>
          <dgm:chPref val="0"/>
          <dgm:bulletEnabled val="1"/>
        </dgm:presLayoutVars>
      </dgm:prSet>
      <dgm:spPr/>
    </dgm:pt>
    <dgm:pt modelId="{7B2E129C-D3D0-ED43-9B58-34DECA9AD386}" type="pres">
      <dgm:prSet presAssocID="{CC32B025-848C-4CB0-909A-33E1BEEEAA60}" presName="quad2" presStyleLbl="node1" presStyleIdx="1" presStyleCnt="4">
        <dgm:presLayoutVars>
          <dgm:chMax val="0"/>
          <dgm:chPref val="0"/>
          <dgm:bulletEnabled val="1"/>
        </dgm:presLayoutVars>
      </dgm:prSet>
      <dgm:spPr/>
    </dgm:pt>
    <dgm:pt modelId="{1CAA7DEE-B436-5547-AD01-A81B4E2D3D07}" type="pres">
      <dgm:prSet presAssocID="{CC32B025-848C-4CB0-909A-33E1BEEEAA60}" presName="quad3" presStyleLbl="node1" presStyleIdx="2" presStyleCnt="4">
        <dgm:presLayoutVars>
          <dgm:chMax val="0"/>
          <dgm:chPref val="0"/>
          <dgm:bulletEnabled val="1"/>
        </dgm:presLayoutVars>
      </dgm:prSet>
      <dgm:spPr/>
    </dgm:pt>
    <dgm:pt modelId="{0B84E06D-0DB4-B348-B541-832050DD6EF8}" type="pres">
      <dgm:prSet presAssocID="{CC32B025-848C-4CB0-909A-33E1BEEEAA60}" presName="quad4" presStyleLbl="node1" presStyleIdx="3" presStyleCnt="4">
        <dgm:presLayoutVars>
          <dgm:chMax val="0"/>
          <dgm:chPref val="0"/>
          <dgm:bulletEnabled val="1"/>
        </dgm:presLayoutVars>
      </dgm:prSet>
      <dgm:spPr/>
    </dgm:pt>
  </dgm:ptLst>
  <dgm:cxnLst>
    <dgm:cxn modelId="{35F5DC01-0455-4B6A-AFF9-C45361612809}" srcId="{CC32B025-848C-4CB0-909A-33E1BEEEAA60}" destId="{C945087B-F329-4E1B-BE34-54389A656F11}" srcOrd="3" destOrd="0" parTransId="{3E8C3D76-25EA-4BB6-9435-FC97850A1054}" sibTransId="{9425DF46-08B0-47DB-974E-F4CB4FFDDBFD}"/>
    <dgm:cxn modelId="{69009925-F1C9-4026-AC9F-B7DE2F053481}" srcId="{CC32B025-848C-4CB0-909A-33E1BEEEAA60}" destId="{72824547-8AE0-4730-AB2F-8BE329C7BA46}" srcOrd="1" destOrd="0" parTransId="{F267356E-EE9D-4123-9116-AC84C99E2169}" sibTransId="{3920F270-2E4F-46AF-B443-3637AC761AC1}"/>
    <dgm:cxn modelId="{BB32E726-088E-9C44-9726-D788BFE13D7E}" type="presOf" srcId="{72824547-8AE0-4730-AB2F-8BE329C7BA46}" destId="{7B2E129C-D3D0-ED43-9B58-34DECA9AD386}" srcOrd="0" destOrd="0" presId="urn:microsoft.com/office/officeart/2005/8/layout/matrix3"/>
    <dgm:cxn modelId="{CEC43849-D40C-6649-9B2D-ED7EB86133BA}" type="presOf" srcId="{C945087B-F329-4E1B-BE34-54389A656F11}" destId="{0B84E06D-0DB4-B348-B541-832050DD6EF8}" srcOrd="0" destOrd="0" presId="urn:microsoft.com/office/officeart/2005/8/layout/matrix3"/>
    <dgm:cxn modelId="{6FF38C6A-C4DA-6E48-AF62-2AE013AAAEEC}" type="presOf" srcId="{BD332B75-546F-4C91-B5D1-B118EC82ACEA}" destId="{1CAA7DEE-B436-5547-AD01-A81B4E2D3D07}" srcOrd="0" destOrd="0" presId="urn:microsoft.com/office/officeart/2005/8/layout/matrix3"/>
    <dgm:cxn modelId="{732CE0B0-6F9C-405E-BAB5-90B97685145A}" srcId="{CC32B025-848C-4CB0-909A-33E1BEEEAA60}" destId="{BD332B75-546F-4C91-B5D1-B118EC82ACEA}" srcOrd="2" destOrd="0" parTransId="{B65DD2CE-CC86-4E12-8507-476CF15CA358}" sibTransId="{7E7C1602-A274-4EFB-BFCD-32AE547732EE}"/>
    <dgm:cxn modelId="{4121F6C9-3592-48DE-9D8E-6EBCAFD289F1}" srcId="{CC32B025-848C-4CB0-909A-33E1BEEEAA60}" destId="{C5FD243B-E807-4FFF-A139-D9F7252905FF}" srcOrd="0" destOrd="0" parTransId="{6020E33F-1F07-4653-A9AF-1602AF7FB324}" sibTransId="{E4BD8AF9-F171-42BC-86A7-F849298E15CF}"/>
    <dgm:cxn modelId="{6BC8F9F7-5C44-624C-A7D4-F9F473504496}" type="presOf" srcId="{CC32B025-848C-4CB0-909A-33E1BEEEAA60}" destId="{4E9A34EA-EC00-544E-B281-C246BAFC5679}" srcOrd="0" destOrd="0" presId="urn:microsoft.com/office/officeart/2005/8/layout/matrix3"/>
    <dgm:cxn modelId="{8D3BFAFE-4EDA-1545-BC32-63B1E4F0B53E}" type="presOf" srcId="{C5FD243B-E807-4FFF-A139-D9F7252905FF}" destId="{AC0CE3FF-9FC0-2240-8AE8-14D1BF0494F6}" srcOrd="0" destOrd="0" presId="urn:microsoft.com/office/officeart/2005/8/layout/matrix3"/>
    <dgm:cxn modelId="{AC69E225-5614-4749-AB07-8A73D0531959}" type="presParOf" srcId="{4E9A34EA-EC00-544E-B281-C246BAFC5679}" destId="{066C5F52-980D-B54B-97EF-86740EC2333B}" srcOrd="0" destOrd="0" presId="urn:microsoft.com/office/officeart/2005/8/layout/matrix3"/>
    <dgm:cxn modelId="{B4371B94-1443-3744-AAC9-15383AA123D2}" type="presParOf" srcId="{4E9A34EA-EC00-544E-B281-C246BAFC5679}" destId="{AC0CE3FF-9FC0-2240-8AE8-14D1BF0494F6}" srcOrd="1" destOrd="0" presId="urn:microsoft.com/office/officeart/2005/8/layout/matrix3"/>
    <dgm:cxn modelId="{467025A6-ABEF-CD43-837C-6F1973222415}" type="presParOf" srcId="{4E9A34EA-EC00-544E-B281-C246BAFC5679}" destId="{7B2E129C-D3D0-ED43-9B58-34DECA9AD386}" srcOrd="2" destOrd="0" presId="urn:microsoft.com/office/officeart/2005/8/layout/matrix3"/>
    <dgm:cxn modelId="{13006514-A748-8740-83F5-DBD044CB680B}" type="presParOf" srcId="{4E9A34EA-EC00-544E-B281-C246BAFC5679}" destId="{1CAA7DEE-B436-5547-AD01-A81B4E2D3D07}" srcOrd="3" destOrd="0" presId="urn:microsoft.com/office/officeart/2005/8/layout/matrix3"/>
    <dgm:cxn modelId="{415DAE63-E80A-474E-89E0-9A9FD4547D77}" type="presParOf" srcId="{4E9A34EA-EC00-544E-B281-C246BAFC5679}" destId="{0B84E06D-0DB4-B348-B541-832050DD6EF8}"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013F48E-6119-4789-8F7E-C4C7B71634C8}" type="doc">
      <dgm:prSet loTypeId="urn:microsoft.com/office/officeart/2005/8/layout/default" loCatId="list" qsTypeId="urn:microsoft.com/office/officeart/2005/8/quickstyle/simple1" qsCatId="simple" csTypeId="urn:microsoft.com/office/officeart/2005/8/colors/colorful1" csCatId="colorful" phldr="1"/>
      <dgm:spPr/>
      <dgm:t>
        <a:bodyPr/>
        <a:lstStyle/>
        <a:p>
          <a:endParaRPr lang="en-US"/>
        </a:p>
      </dgm:t>
    </dgm:pt>
    <dgm:pt modelId="{CC208466-CDE4-48B6-B0AF-88C5138A6B0B}">
      <dgm:prSet/>
      <dgm:spPr/>
      <dgm:t>
        <a:bodyPr/>
        <a:lstStyle/>
        <a:p>
          <a:r>
            <a:rPr lang="en-US"/>
            <a:t>Predictive SLA breach → preemptive ticket creation</a:t>
          </a:r>
        </a:p>
      </dgm:t>
    </dgm:pt>
    <dgm:pt modelId="{EF8184F9-1601-4983-926A-F64FC302C669}" type="parTrans" cxnId="{88A1C273-3666-4744-B261-8D17BE408D5C}">
      <dgm:prSet/>
      <dgm:spPr/>
      <dgm:t>
        <a:bodyPr/>
        <a:lstStyle/>
        <a:p>
          <a:endParaRPr lang="en-US"/>
        </a:p>
      </dgm:t>
    </dgm:pt>
    <dgm:pt modelId="{CB599E82-F50A-431F-9069-6CC42BC75C7E}" type="sibTrans" cxnId="{88A1C273-3666-4744-B261-8D17BE408D5C}">
      <dgm:prSet/>
      <dgm:spPr/>
      <dgm:t>
        <a:bodyPr/>
        <a:lstStyle/>
        <a:p>
          <a:endParaRPr lang="en-US"/>
        </a:p>
      </dgm:t>
    </dgm:pt>
    <dgm:pt modelId="{7DCAC2B0-7164-41E3-B80A-597C5AAB1A04}">
      <dgm:prSet/>
      <dgm:spPr/>
      <dgm:t>
        <a:bodyPr/>
        <a:lstStyle/>
        <a:p>
          <a:r>
            <a:rPr lang="en-US"/>
            <a:t>Self-Healing service triggers → restart, rebalance, reassign</a:t>
          </a:r>
        </a:p>
      </dgm:t>
    </dgm:pt>
    <dgm:pt modelId="{544B0238-6894-477B-9A78-FE48753CFB3A}" type="parTrans" cxnId="{63803052-EFDC-4243-A293-26F642E2E6D9}">
      <dgm:prSet/>
      <dgm:spPr/>
      <dgm:t>
        <a:bodyPr/>
        <a:lstStyle/>
        <a:p>
          <a:endParaRPr lang="en-US"/>
        </a:p>
      </dgm:t>
    </dgm:pt>
    <dgm:pt modelId="{9E11F038-078A-4935-9FB8-F85C3F95DD8A}" type="sibTrans" cxnId="{63803052-EFDC-4243-A293-26F642E2E6D9}">
      <dgm:prSet/>
      <dgm:spPr/>
      <dgm:t>
        <a:bodyPr/>
        <a:lstStyle/>
        <a:p>
          <a:endParaRPr lang="en-US"/>
        </a:p>
      </dgm:t>
    </dgm:pt>
    <dgm:pt modelId="{BDADDD05-6EE9-4FF7-872D-9A5119AFCFDB}">
      <dgm:prSet/>
      <dgm:spPr/>
      <dgm:t>
        <a:bodyPr/>
        <a:lstStyle/>
        <a:p>
          <a:r>
            <a:rPr lang="en-US"/>
            <a:t>Voice Bot L1 support → balance inquiry, reboot, troubleshooting</a:t>
          </a:r>
        </a:p>
      </dgm:t>
    </dgm:pt>
    <dgm:pt modelId="{D1E84673-2FFB-42E0-A3A2-C187E0605551}" type="parTrans" cxnId="{5D8D38B9-031A-419E-8009-E15711A54EB9}">
      <dgm:prSet/>
      <dgm:spPr/>
      <dgm:t>
        <a:bodyPr/>
        <a:lstStyle/>
        <a:p>
          <a:endParaRPr lang="en-US"/>
        </a:p>
      </dgm:t>
    </dgm:pt>
    <dgm:pt modelId="{C2D56FF2-8E62-4EC6-B3EA-728E1F53B421}" type="sibTrans" cxnId="{5D8D38B9-031A-419E-8009-E15711A54EB9}">
      <dgm:prSet/>
      <dgm:spPr/>
      <dgm:t>
        <a:bodyPr/>
        <a:lstStyle/>
        <a:p>
          <a:endParaRPr lang="en-US"/>
        </a:p>
      </dgm:t>
    </dgm:pt>
    <dgm:pt modelId="{12B876AE-5B78-47EE-8CFD-13FC1FF64C3D}">
      <dgm:prSet/>
      <dgm:spPr/>
      <dgm:t>
        <a:bodyPr/>
        <a:lstStyle/>
        <a:p>
          <a:r>
            <a:rPr lang="en-US"/>
            <a:t>GIS-based dispatch routing → optimize field ops, reduce cost</a:t>
          </a:r>
          <a:r>
            <a:rPr lang="en-GB"/>
            <a:t>, Network Planning</a:t>
          </a:r>
          <a:endParaRPr lang="en-US"/>
        </a:p>
      </dgm:t>
    </dgm:pt>
    <dgm:pt modelId="{AD932C50-D71E-4CB7-B518-1186DECBF033}" type="parTrans" cxnId="{B56EB71D-9037-46AE-8FAA-51199D890CA5}">
      <dgm:prSet/>
      <dgm:spPr/>
      <dgm:t>
        <a:bodyPr/>
        <a:lstStyle/>
        <a:p>
          <a:endParaRPr lang="en-US"/>
        </a:p>
      </dgm:t>
    </dgm:pt>
    <dgm:pt modelId="{1F7F69DF-CCFD-4480-81A2-3E07E5441915}" type="sibTrans" cxnId="{B56EB71D-9037-46AE-8FAA-51199D890CA5}">
      <dgm:prSet/>
      <dgm:spPr/>
      <dgm:t>
        <a:bodyPr/>
        <a:lstStyle/>
        <a:p>
          <a:endParaRPr lang="en-US"/>
        </a:p>
      </dgm:t>
    </dgm:pt>
    <dgm:pt modelId="{625DC10A-C050-4647-B132-E5849E8512EE}">
      <dgm:prSet/>
      <dgm:spPr/>
      <dgm:t>
        <a:bodyPr/>
        <a:lstStyle/>
        <a:p>
          <a:r>
            <a:rPr lang="en-US"/>
            <a:t>MCP Ready Interface</a:t>
          </a:r>
        </a:p>
      </dgm:t>
    </dgm:pt>
    <dgm:pt modelId="{7CDD7156-A799-8045-8F55-54404A1A1522}" type="parTrans" cxnId="{4D9F86D0-02AB-3C4E-A059-FAA1F3A345EA}">
      <dgm:prSet/>
      <dgm:spPr/>
      <dgm:t>
        <a:bodyPr/>
        <a:lstStyle/>
        <a:p>
          <a:endParaRPr lang="en-US"/>
        </a:p>
      </dgm:t>
    </dgm:pt>
    <dgm:pt modelId="{4BC9E0A8-EB00-034A-B4A2-D17218C926FB}" type="sibTrans" cxnId="{4D9F86D0-02AB-3C4E-A059-FAA1F3A345EA}">
      <dgm:prSet/>
      <dgm:spPr/>
    </dgm:pt>
    <dgm:pt modelId="{6EBDA267-42C7-0845-85CF-988B150839AB}" type="pres">
      <dgm:prSet presAssocID="{1013F48E-6119-4789-8F7E-C4C7B71634C8}" presName="diagram" presStyleCnt="0">
        <dgm:presLayoutVars>
          <dgm:dir/>
          <dgm:resizeHandles val="exact"/>
        </dgm:presLayoutVars>
      </dgm:prSet>
      <dgm:spPr/>
    </dgm:pt>
    <dgm:pt modelId="{3779A86E-056A-C142-813D-70EA007C7BF0}" type="pres">
      <dgm:prSet presAssocID="{CC208466-CDE4-48B6-B0AF-88C5138A6B0B}" presName="node" presStyleLbl="node1" presStyleIdx="0" presStyleCnt="5">
        <dgm:presLayoutVars>
          <dgm:bulletEnabled val="1"/>
        </dgm:presLayoutVars>
      </dgm:prSet>
      <dgm:spPr/>
    </dgm:pt>
    <dgm:pt modelId="{6E49BDA6-2BEF-6344-9909-FDB71AB7A5A8}" type="pres">
      <dgm:prSet presAssocID="{CB599E82-F50A-431F-9069-6CC42BC75C7E}" presName="sibTrans" presStyleCnt="0"/>
      <dgm:spPr/>
    </dgm:pt>
    <dgm:pt modelId="{73D6B4E6-AAF2-B940-B2EA-A8669B5ECA58}" type="pres">
      <dgm:prSet presAssocID="{BDADDD05-6EE9-4FF7-872D-9A5119AFCFDB}" presName="node" presStyleLbl="node1" presStyleIdx="1" presStyleCnt="5">
        <dgm:presLayoutVars>
          <dgm:bulletEnabled val="1"/>
        </dgm:presLayoutVars>
      </dgm:prSet>
      <dgm:spPr/>
    </dgm:pt>
    <dgm:pt modelId="{2D23B913-A65C-8149-B859-871CCB10F465}" type="pres">
      <dgm:prSet presAssocID="{C2D56FF2-8E62-4EC6-B3EA-728E1F53B421}" presName="sibTrans" presStyleCnt="0"/>
      <dgm:spPr/>
    </dgm:pt>
    <dgm:pt modelId="{6CFF4946-9873-4F48-B75E-73EC0C2E0094}" type="pres">
      <dgm:prSet presAssocID="{12B876AE-5B78-47EE-8CFD-13FC1FF64C3D}" presName="node" presStyleLbl="node1" presStyleIdx="2" presStyleCnt="5">
        <dgm:presLayoutVars>
          <dgm:bulletEnabled val="1"/>
        </dgm:presLayoutVars>
      </dgm:prSet>
      <dgm:spPr/>
    </dgm:pt>
    <dgm:pt modelId="{3FCB0DBE-6865-9142-A3D1-1F062279CF2C}" type="pres">
      <dgm:prSet presAssocID="{1F7F69DF-CCFD-4480-81A2-3E07E5441915}" presName="sibTrans" presStyleCnt="0"/>
      <dgm:spPr/>
    </dgm:pt>
    <dgm:pt modelId="{C7D9D08B-DB06-E944-BEEA-35C8F2B6BA6A}" type="pres">
      <dgm:prSet presAssocID="{7DCAC2B0-7164-41E3-B80A-597C5AAB1A04}" presName="node" presStyleLbl="node1" presStyleIdx="3" presStyleCnt="5">
        <dgm:presLayoutVars>
          <dgm:bulletEnabled val="1"/>
        </dgm:presLayoutVars>
      </dgm:prSet>
      <dgm:spPr/>
    </dgm:pt>
    <dgm:pt modelId="{1AC849F2-DF8E-9547-93C2-8A7B76E3E088}" type="pres">
      <dgm:prSet presAssocID="{9E11F038-078A-4935-9FB8-F85C3F95DD8A}" presName="sibTrans" presStyleCnt="0"/>
      <dgm:spPr/>
    </dgm:pt>
    <dgm:pt modelId="{A99F8319-DA32-9240-BE15-EB9282B766A2}" type="pres">
      <dgm:prSet presAssocID="{625DC10A-C050-4647-B132-E5849E8512EE}" presName="node" presStyleLbl="node1" presStyleIdx="4" presStyleCnt="5">
        <dgm:presLayoutVars>
          <dgm:bulletEnabled val="1"/>
        </dgm:presLayoutVars>
      </dgm:prSet>
      <dgm:spPr/>
    </dgm:pt>
  </dgm:ptLst>
  <dgm:cxnLst>
    <dgm:cxn modelId="{B56EB71D-9037-46AE-8FAA-51199D890CA5}" srcId="{1013F48E-6119-4789-8F7E-C4C7B71634C8}" destId="{12B876AE-5B78-47EE-8CFD-13FC1FF64C3D}" srcOrd="2" destOrd="0" parTransId="{AD932C50-D71E-4CB7-B518-1186DECBF033}" sibTransId="{1F7F69DF-CCFD-4480-81A2-3E07E5441915}"/>
    <dgm:cxn modelId="{4BF48742-8E01-344B-8ABA-7F082EB47E61}" type="presOf" srcId="{12B876AE-5B78-47EE-8CFD-13FC1FF64C3D}" destId="{6CFF4946-9873-4F48-B75E-73EC0C2E0094}" srcOrd="0" destOrd="0" presId="urn:microsoft.com/office/officeart/2005/8/layout/default"/>
    <dgm:cxn modelId="{63803052-EFDC-4243-A293-26F642E2E6D9}" srcId="{1013F48E-6119-4789-8F7E-C4C7B71634C8}" destId="{7DCAC2B0-7164-41E3-B80A-597C5AAB1A04}" srcOrd="3" destOrd="0" parTransId="{544B0238-6894-477B-9A78-FE48753CFB3A}" sibTransId="{9E11F038-078A-4935-9FB8-F85C3F95DD8A}"/>
    <dgm:cxn modelId="{47C9496B-AED9-5B4E-9ABE-E0741111BE10}" type="presOf" srcId="{1013F48E-6119-4789-8F7E-C4C7B71634C8}" destId="{6EBDA267-42C7-0845-85CF-988B150839AB}" srcOrd="0" destOrd="0" presId="urn:microsoft.com/office/officeart/2005/8/layout/default"/>
    <dgm:cxn modelId="{88A1C273-3666-4744-B261-8D17BE408D5C}" srcId="{1013F48E-6119-4789-8F7E-C4C7B71634C8}" destId="{CC208466-CDE4-48B6-B0AF-88C5138A6B0B}" srcOrd="0" destOrd="0" parTransId="{EF8184F9-1601-4983-926A-F64FC302C669}" sibTransId="{CB599E82-F50A-431F-9069-6CC42BC75C7E}"/>
    <dgm:cxn modelId="{8E89CA88-C218-F344-9313-41895FCB4320}" type="presOf" srcId="{625DC10A-C050-4647-B132-E5849E8512EE}" destId="{A99F8319-DA32-9240-BE15-EB9282B766A2}" srcOrd="0" destOrd="0" presId="urn:microsoft.com/office/officeart/2005/8/layout/default"/>
    <dgm:cxn modelId="{359077A7-9F44-DD42-B14F-95DEF4DDAFB0}" type="presOf" srcId="{7DCAC2B0-7164-41E3-B80A-597C5AAB1A04}" destId="{C7D9D08B-DB06-E944-BEEA-35C8F2B6BA6A}" srcOrd="0" destOrd="0" presId="urn:microsoft.com/office/officeart/2005/8/layout/default"/>
    <dgm:cxn modelId="{5D8D38B9-031A-419E-8009-E15711A54EB9}" srcId="{1013F48E-6119-4789-8F7E-C4C7B71634C8}" destId="{BDADDD05-6EE9-4FF7-872D-9A5119AFCFDB}" srcOrd="1" destOrd="0" parTransId="{D1E84673-2FFB-42E0-A3A2-C187E0605551}" sibTransId="{C2D56FF2-8E62-4EC6-B3EA-728E1F53B421}"/>
    <dgm:cxn modelId="{4D9F86D0-02AB-3C4E-A059-FAA1F3A345EA}" srcId="{1013F48E-6119-4789-8F7E-C4C7B71634C8}" destId="{625DC10A-C050-4647-B132-E5849E8512EE}" srcOrd="4" destOrd="0" parTransId="{7CDD7156-A799-8045-8F55-54404A1A1522}" sibTransId="{4BC9E0A8-EB00-034A-B4A2-D17218C926FB}"/>
    <dgm:cxn modelId="{502113F4-948B-6340-A334-3B1FC74D860A}" type="presOf" srcId="{CC208466-CDE4-48B6-B0AF-88C5138A6B0B}" destId="{3779A86E-056A-C142-813D-70EA007C7BF0}" srcOrd="0" destOrd="0" presId="urn:microsoft.com/office/officeart/2005/8/layout/default"/>
    <dgm:cxn modelId="{D10632F4-4862-E243-A3B3-9DC347DFE837}" type="presOf" srcId="{BDADDD05-6EE9-4FF7-872D-9A5119AFCFDB}" destId="{73D6B4E6-AAF2-B940-B2EA-A8669B5ECA58}" srcOrd="0" destOrd="0" presId="urn:microsoft.com/office/officeart/2005/8/layout/default"/>
    <dgm:cxn modelId="{4649C097-EBB9-B54B-9EDF-39F9903E3BE3}" type="presParOf" srcId="{6EBDA267-42C7-0845-85CF-988B150839AB}" destId="{3779A86E-056A-C142-813D-70EA007C7BF0}" srcOrd="0" destOrd="0" presId="urn:microsoft.com/office/officeart/2005/8/layout/default"/>
    <dgm:cxn modelId="{E2425532-FD9E-824E-993C-ACCBEAE3C715}" type="presParOf" srcId="{6EBDA267-42C7-0845-85CF-988B150839AB}" destId="{6E49BDA6-2BEF-6344-9909-FDB71AB7A5A8}" srcOrd="1" destOrd="0" presId="urn:microsoft.com/office/officeart/2005/8/layout/default"/>
    <dgm:cxn modelId="{2A53CC13-8737-E14F-9700-7658F40B9182}" type="presParOf" srcId="{6EBDA267-42C7-0845-85CF-988B150839AB}" destId="{73D6B4E6-AAF2-B940-B2EA-A8669B5ECA58}" srcOrd="2" destOrd="0" presId="urn:microsoft.com/office/officeart/2005/8/layout/default"/>
    <dgm:cxn modelId="{6881379C-7DE5-AA4D-A85E-ED44C39D7CB2}" type="presParOf" srcId="{6EBDA267-42C7-0845-85CF-988B150839AB}" destId="{2D23B913-A65C-8149-B859-871CCB10F465}" srcOrd="3" destOrd="0" presId="urn:microsoft.com/office/officeart/2005/8/layout/default"/>
    <dgm:cxn modelId="{5BC14829-CB0E-D945-B2C5-3EAD595CD6B0}" type="presParOf" srcId="{6EBDA267-42C7-0845-85CF-988B150839AB}" destId="{6CFF4946-9873-4F48-B75E-73EC0C2E0094}" srcOrd="4" destOrd="0" presId="urn:microsoft.com/office/officeart/2005/8/layout/default"/>
    <dgm:cxn modelId="{6C4EEE04-628B-0C48-A446-AB9036851FD0}" type="presParOf" srcId="{6EBDA267-42C7-0845-85CF-988B150839AB}" destId="{3FCB0DBE-6865-9142-A3D1-1F062279CF2C}" srcOrd="5" destOrd="0" presId="urn:microsoft.com/office/officeart/2005/8/layout/default"/>
    <dgm:cxn modelId="{62266423-8359-424F-A4ED-9856BBE67D77}" type="presParOf" srcId="{6EBDA267-42C7-0845-85CF-988B150839AB}" destId="{C7D9D08B-DB06-E944-BEEA-35C8F2B6BA6A}" srcOrd="6" destOrd="0" presId="urn:microsoft.com/office/officeart/2005/8/layout/default"/>
    <dgm:cxn modelId="{4C2F5FDB-ECE4-0545-8720-F3C4803CE76B}" type="presParOf" srcId="{6EBDA267-42C7-0845-85CF-988B150839AB}" destId="{1AC849F2-DF8E-9547-93C2-8A7B76E3E088}" srcOrd="7" destOrd="0" presId="urn:microsoft.com/office/officeart/2005/8/layout/default"/>
    <dgm:cxn modelId="{157A6B26-84FF-6B47-8CA1-BBA1322C848F}" type="presParOf" srcId="{6EBDA267-42C7-0845-85CF-988B150839AB}" destId="{A99F8319-DA32-9240-BE15-EB9282B766A2}"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26FF1D5-FBBB-4CB9-A0A6-064D82D6276E}"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DDF96310-4F93-432C-940B-88FAC975DC9F}">
      <dgm:prSet/>
      <dgm:spPr/>
      <dgm:t>
        <a:bodyPr/>
        <a:lstStyle/>
        <a:p>
          <a:r>
            <a:rPr lang="en-US" dirty="0"/>
            <a:t>FIDO2/</a:t>
          </a:r>
          <a:r>
            <a:rPr lang="en-US" dirty="0" err="1"/>
            <a:t>WebAuthn</a:t>
          </a:r>
          <a:r>
            <a:rPr lang="en-US" dirty="0"/>
            <a:t> login – password-less by default</a:t>
          </a:r>
        </a:p>
      </dgm:t>
    </dgm:pt>
    <dgm:pt modelId="{3F0AF01E-31FE-417C-8D13-5B8E726DE66B}" type="parTrans" cxnId="{35398615-E0A1-45F6-90CD-42A6322F0BE4}">
      <dgm:prSet/>
      <dgm:spPr/>
      <dgm:t>
        <a:bodyPr/>
        <a:lstStyle/>
        <a:p>
          <a:endParaRPr lang="en-US"/>
        </a:p>
      </dgm:t>
    </dgm:pt>
    <dgm:pt modelId="{5CB8A27C-3BA5-4632-994C-1E9E3D086EB4}" type="sibTrans" cxnId="{35398615-E0A1-45F6-90CD-42A6322F0BE4}">
      <dgm:prSet/>
      <dgm:spPr/>
      <dgm:t>
        <a:bodyPr/>
        <a:lstStyle/>
        <a:p>
          <a:endParaRPr lang="en-US"/>
        </a:p>
      </dgm:t>
    </dgm:pt>
    <dgm:pt modelId="{05689700-B1CF-4875-863F-64F7F8494F0B}">
      <dgm:prSet/>
      <dgm:spPr/>
      <dgm:t>
        <a:bodyPr/>
        <a:lstStyle/>
        <a:p>
          <a:r>
            <a:rPr lang="en-US"/>
            <a:t>All data domain-scoped, encrypted in motion &amp; rest</a:t>
          </a:r>
        </a:p>
      </dgm:t>
    </dgm:pt>
    <dgm:pt modelId="{B07535F4-0731-4224-9921-D25D54FE025B}" type="parTrans" cxnId="{765BA2B7-C699-495D-A752-4F459D1B5F4A}">
      <dgm:prSet/>
      <dgm:spPr/>
      <dgm:t>
        <a:bodyPr/>
        <a:lstStyle/>
        <a:p>
          <a:endParaRPr lang="en-US"/>
        </a:p>
      </dgm:t>
    </dgm:pt>
    <dgm:pt modelId="{632FF0CF-3719-49D7-A693-289731C46F51}" type="sibTrans" cxnId="{765BA2B7-C699-495D-A752-4F459D1B5F4A}">
      <dgm:prSet/>
      <dgm:spPr/>
      <dgm:t>
        <a:bodyPr/>
        <a:lstStyle/>
        <a:p>
          <a:endParaRPr lang="en-US"/>
        </a:p>
      </dgm:t>
    </dgm:pt>
    <dgm:pt modelId="{CFA84C7E-9E0F-443E-A95B-6BBB38E7397E}">
      <dgm:prSet/>
      <dgm:spPr/>
      <dgm:t>
        <a:bodyPr/>
        <a:lstStyle/>
        <a:p>
          <a:r>
            <a:rPr lang="en-US" dirty="0"/>
            <a:t>Audit log across modules: who, what, when, why, from where</a:t>
          </a:r>
        </a:p>
      </dgm:t>
    </dgm:pt>
    <dgm:pt modelId="{32928067-BC2D-46BF-8093-A71AB1F1577B}" type="parTrans" cxnId="{7D858101-BE41-467F-A8B8-09F8069E64D5}">
      <dgm:prSet/>
      <dgm:spPr/>
      <dgm:t>
        <a:bodyPr/>
        <a:lstStyle/>
        <a:p>
          <a:endParaRPr lang="en-US"/>
        </a:p>
      </dgm:t>
    </dgm:pt>
    <dgm:pt modelId="{A2EB6CD1-1255-4E6A-B9FF-0A06A8A57FF6}" type="sibTrans" cxnId="{7D858101-BE41-467F-A8B8-09F8069E64D5}">
      <dgm:prSet/>
      <dgm:spPr/>
      <dgm:t>
        <a:bodyPr/>
        <a:lstStyle/>
        <a:p>
          <a:endParaRPr lang="en-US"/>
        </a:p>
      </dgm:t>
    </dgm:pt>
    <dgm:pt modelId="{BB13CC4C-58D2-4897-BDFF-866E149665E7}">
      <dgm:prSet/>
      <dgm:spPr/>
      <dgm:t>
        <a:bodyPr/>
        <a:lstStyle/>
        <a:p>
          <a:r>
            <a:rPr lang="en-US" dirty="0"/>
            <a:t>Built-in compliance: Regulatory, GDPR, HIPAA, DPDP, CCPA-ready</a:t>
          </a:r>
        </a:p>
      </dgm:t>
    </dgm:pt>
    <dgm:pt modelId="{A8AFF155-9FB3-492A-A046-427B2B90923B}" type="parTrans" cxnId="{D6E0A917-5799-45E2-85F3-8546BDAE8438}">
      <dgm:prSet/>
      <dgm:spPr/>
      <dgm:t>
        <a:bodyPr/>
        <a:lstStyle/>
        <a:p>
          <a:endParaRPr lang="en-US"/>
        </a:p>
      </dgm:t>
    </dgm:pt>
    <dgm:pt modelId="{BB620768-A5E4-4279-B4B8-BBB7A5165996}" type="sibTrans" cxnId="{D6E0A917-5799-45E2-85F3-8546BDAE8438}">
      <dgm:prSet/>
      <dgm:spPr/>
      <dgm:t>
        <a:bodyPr/>
        <a:lstStyle/>
        <a:p>
          <a:endParaRPr lang="en-US"/>
        </a:p>
      </dgm:t>
    </dgm:pt>
    <dgm:pt modelId="{AD19E783-0FB8-4998-8146-EE2915806CEC}">
      <dgm:prSet/>
      <dgm:spPr/>
      <dgm:t>
        <a:bodyPr/>
        <a:lstStyle/>
        <a:p>
          <a:r>
            <a:rPr lang="en-US"/>
            <a:t>Self-hosted, hybrid, or air-gapped deployment support (flexibility to choose what to deploy where)</a:t>
          </a:r>
        </a:p>
      </dgm:t>
    </dgm:pt>
    <dgm:pt modelId="{80265CA6-3203-439C-907E-761C66FD7550}" type="parTrans" cxnId="{E8F8CB11-440C-410D-AAE8-4A8082078B98}">
      <dgm:prSet/>
      <dgm:spPr/>
      <dgm:t>
        <a:bodyPr/>
        <a:lstStyle/>
        <a:p>
          <a:endParaRPr lang="en-US"/>
        </a:p>
      </dgm:t>
    </dgm:pt>
    <dgm:pt modelId="{28A56CD4-6BE3-45B2-8BEC-A82264D1CC58}" type="sibTrans" cxnId="{E8F8CB11-440C-410D-AAE8-4A8082078B98}">
      <dgm:prSet/>
      <dgm:spPr/>
      <dgm:t>
        <a:bodyPr/>
        <a:lstStyle/>
        <a:p>
          <a:endParaRPr lang="en-US"/>
        </a:p>
      </dgm:t>
    </dgm:pt>
    <dgm:pt modelId="{87B1D4B4-59C5-43F7-A8A2-AB5CC483814E}" type="pres">
      <dgm:prSet presAssocID="{626FF1D5-FBBB-4CB9-A0A6-064D82D6276E}" presName="root" presStyleCnt="0">
        <dgm:presLayoutVars>
          <dgm:dir/>
          <dgm:resizeHandles val="exact"/>
        </dgm:presLayoutVars>
      </dgm:prSet>
      <dgm:spPr/>
    </dgm:pt>
    <dgm:pt modelId="{3F9F0AC2-FD6B-4B42-841E-16D32D3ECC09}" type="pres">
      <dgm:prSet presAssocID="{DDF96310-4F93-432C-940B-88FAC975DC9F}" presName="compNode" presStyleCnt="0"/>
      <dgm:spPr/>
    </dgm:pt>
    <dgm:pt modelId="{BF3F0BEA-DE27-4A1D-8760-39DA698CD8BE}" type="pres">
      <dgm:prSet presAssocID="{DDF96310-4F93-432C-940B-88FAC975DC9F}" presName="bgRect" presStyleLbl="bgShp" presStyleIdx="0" presStyleCnt="5"/>
      <dgm:spPr/>
    </dgm:pt>
    <dgm:pt modelId="{5F480977-2084-4437-8296-4C71B3168F1E}" type="pres">
      <dgm:prSet presAssocID="{DDF96310-4F93-432C-940B-88FAC975DC9F}"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owser Window"/>
        </a:ext>
      </dgm:extLst>
    </dgm:pt>
    <dgm:pt modelId="{DE6D9414-E9D4-40BF-BAFE-2EEA13839296}" type="pres">
      <dgm:prSet presAssocID="{DDF96310-4F93-432C-940B-88FAC975DC9F}" presName="spaceRect" presStyleCnt="0"/>
      <dgm:spPr/>
    </dgm:pt>
    <dgm:pt modelId="{5187060A-5730-4342-98CA-601EC1178154}" type="pres">
      <dgm:prSet presAssocID="{DDF96310-4F93-432C-940B-88FAC975DC9F}" presName="parTx" presStyleLbl="revTx" presStyleIdx="0" presStyleCnt="5">
        <dgm:presLayoutVars>
          <dgm:chMax val="0"/>
          <dgm:chPref val="0"/>
        </dgm:presLayoutVars>
      </dgm:prSet>
      <dgm:spPr/>
    </dgm:pt>
    <dgm:pt modelId="{EF2F569B-7788-45DE-AFAC-4292121B25D5}" type="pres">
      <dgm:prSet presAssocID="{5CB8A27C-3BA5-4632-994C-1E9E3D086EB4}" presName="sibTrans" presStyleCnt="0"/>
      <dgm:spPr/>
    </dgm:pt>
    <dgm:pt modelId="{50BE76AF-A6B1-4988-8A8C-D540C031D60E}" type="pres">
      <dgm:prSet presAssocID="{05689700-B1CF-4875-863F-64F7F8494F0B}" presName="compNode" presStyleCnt="0"/>
      <dgm:spPr/>
    </dgm:pt>
    <dgm:pt modelId="{8B3733A9-D97B-4C30-93C8-1F3E893BDD5E}" type="pres">
      <dgm:prSet presAssocID="{05689700-B1CF-4875-863F-64F7F8494F0B}" presName="bgRect" presStyleLbl="bgShp" presStyleIdx="1" presStyleCnt="5"/>
      <dgm:spPr/>
    </dgm:pt>
    <dgm:pt modelId="{A33C25C3-5ABD-48A8-834F-CD25739AC08C}" type="pres">
      <dgm:prSet presAssocID="{05689700-B1CF-4875-863F-64F7F8494F0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Lock"/>
        </a:ext>
      </dgm:extLst>
    </dgm:pt>
    <dgm:pt modelId="{99354308-08AC-470B-90F0-EFE3FE4A170E}" type="pres">
      <dgm:prSet presAssocID="{05689700-B1CF-4875-863F-64F7F8494F0B}" presName="spaceRect" presStyleCnt="0"/>
      <dgm:spPr/>
    </dgm:pt>
    <dgm:pt modelId="{723BAEF4-FD04-4390-8511-DEE21DCF0211}" type="pres">
      <dgm:prSet presAssocID="{05689700-B1CF-4875-863F-64F7F8494F0B}" presName="parTx" presStyleLbl="revTx" presStyleIdx="1" presStyleCnt="5">
        <dgm:presLayoutVars>
          <dgm:chMax val="0"/>
          <dgm:chPref val="0"/>
        </dgm:presLayoutVars>
      </dgm:prSet>
      <dgm:spPr/>
    </dgm:pt>
    <dgm:pt modelId="{E91A220C-3B60-4A1D-8BB6-1DD0C7B0E45E}" type="pres">
      <dgm:prSet presAssocID="{632FF0CF-3719-49D7-A693-289731C46F51}" presName="sibTrans" presStyleCnt="0"/>
      <dgm:spPr/>
    </dgm:pt>
    <dgm:pt modelId="{8C0E9CDE-183F-4567-B506-A9DF40387ED9}" type="pres">
      <dgm:prSet presAssocID="{CFA84C7E-9E0F-443E-A95B-6BBB38E7397E}" presName="compNode" presStyleCnt="0"/>
      <dgm:spPr/>
    </dgm:pt>
    <dgm:pt modelId="{9F9D7790-9A2D-4D67-ACE8-C4D242AC656C}" type="pres">
      <dgm:prSet presAssocID="{CFA84C7E-9E0F-443E-A95B-6BBB38E7397E}" presName="bgRect" presStyleLbl="bgShp" presStyleIdx="2" presStyleCnt="5"/>
      <dgm:spPr/>
    </dgm:pt>
    <dgm:pt modelId="{70001DAE-CF16-49CF-93BD-688A2901DB1B}" type="pres">
      <dgm:prSet presAssocID="{CFA84C7E-9E0F-443E-A95B-6BBB38E7397E}" presName="iconRect" presStyleLbl="node1" presStyleIdx="2" presStyleCnt="5"/>
      <dgm:spPr>
        <a:blipFill>
          <a:blip xmlns:r="http://schemas.openxmlformats.org/officeDocument/2006/relationships" r:embed="rId5"/>
          <a:stretch>
            <a:fillRect/>
          </a:stretch>
        </a:blipFill>
        <a:ln>
          <a:noFill/>
        </a:ln>
      </dgm:spPr>
      <dgm:extLst>
        <a:ext uri="{E40237B7-FDA0-4F09-8148-C483321AD2D9}">
          <dgm14:cNvPr xmlns:dgm14="http://schemas.microsoft.com/office/drawing/2010/diagram" id="0" name="" descr="Flowchart"/>
        </a:ext>
      </dgm:extLst>
    </dgm:pt>
    <dgm:pt modelId="{552B276F-1A88-4AE4-8B6E-B5FB385B9F38}" type="pres">
      <dgm:prSet presAssocID="{CFA84C7E-9E0F-443E-A95B-6BBB38E7397E}" presName="spaceRect" presStyleCnt="0"/>
      <dgm:spPr/>
    </dgm:pt>
    <dgm:pt modelId="{51D90976-81F8-468D-9ADB-19D923D25BA9}" type="pres">
      <dgm:prSet presAssocID="{CFA84C7E-9E0F-443E-A95B-6BBB38E7397E}" presName="parTx" presStyleLbl="revTx" presStyleIdx="2" presStyleCnt="5">
        <dgm:presLayoutVars>
          <dgm:chMax val="0"/>
          <dgm:chPref val="0"/>
        </dgm:presLayoutVars>
      </dgm:prSet>
      <dgm:spPr/>
    </dgm:pt>
    <dgm:pt modelId="{3654544D-3DC6-4431-947D-07AD3819FCFE}" type="pres">
      <dgm:prSet presAssocID="{A2EB6CD1-1255-4E6A-B9FF-0A06A8A57FF6}" presName="sibTrans" presStyleCnt="0"/>
      <dgm:spPr/>
    </dgm:pt>
    <dgm:pt modelId="{3801407E-8B81-4B8F-92E3-F5050B7920EA}" type="pres">
      <dgm:prSet presAssocID="{BB13CC4C-58D2-4897-BDFF-866E149665E7}" presName="compNode" presStyleCnt="0"/>
      <dgm:spPr/>
    </dgm:pt>
    <dgm:pt modelId="{10187E5F-C897-4FD9-A79B-D082C06C1E96}" type="pres">
      <dgm:prSet presAssocID="{BB13CC4C-58D2-4897-BDFF-866E149665E7}" presName="bgRect" presStyleLbl="bgShp" presStyleIdx="3" presStyleCnt="5"/>
      <dgm:spPr/>
    </dgm:pt>
    <dgm:pt modelId="{91BC89F9-DE28-4595-89B4-3E21B77743DA}" type="pres">
      <dgm:prSet presAssocID="{BB13CC4C-58D2-4897-BDFF-866E149665E7}" presName="iconRect" presStyleLbl="node1" presStyleIdx="3" presStyleCnt="5"/>
      <dgm:spPr>
        <a:blipFill dpi="0" rotWithShape="1">
          <a:blip xmlns:r="http://schemas.openxmlformats.org/officeDocument/2006/relationships" r:embed="rId6"/>
          <a:srcRect/>
          <a:stretch>
            <a:fillRect/>
          </a:stretch>
        </a:blipFill>
        <a:ln>
          <a:noFill/>
        </a:ln>
      </dgm:spPr>
      <dgm:extLst>
        <a:ext uri="{E40237B7-FDA0-4F09-8148-C483321AD2D9}">
          <dgm14:cNvPr xmlns:dgm14="http://schemas.microsoft.com/office/drawing/2010/diagram" id="0" name="" descr="Ambulance"/>
        </a:ext>
      </dgm:extLst>
    </dgm:pt>
    <dgm:pt modelId="{43F924C0-B6B1-4598-8C5F-2DA73A7B24AE}" type="pres">
      <dgm:prSet presAssocID="{BB13CC4C-58D2-4897-BDFF-866E149665E7}" presName="spaceRect" presStyleCnt="0"/>
      <dgm:spPr/>
    </dgm:pt>
    <dgm:pt modelId="{CFB3FC86-F8A6-4858-BFE2-12DB18C374C9}" type="pres">
      <dgm:prSet presAssocID="{BB13CC4C-58D2-4897-BDFF-866E149665E7}" presName="parTx" presStyleLbl="revTx" presStyleIdx="3" presStyleCnt="5">
        <dgm:presLayoutVars>
          <dgm:chMax val="0"/>
          <dgm:chPref val="0"/>
        </dgm:presLayoutVars>
      </dgm:prSet>
      <dgm:spPr/>
    </dgm:pt>
    <dgm:pt modelId="{C554678E-7413-46D9-85ED-1A3053712D28}" type="pres">
      <dgm:prSet presAssocID="{BB620768-A5E4-4279-B4B8-BBB7A5165996}" presName="sibTrans" presStyleCnt="0"/>
      <dgm:spPr/>
    </dgm:pt>
    <dgm:pt modelId="{69719940-FA29-4BD9-A1AA-7B2301994DCA}" type="pres">
      <dgm:prSet presAssocID="{AD19E783-0FB8-4998-8146-EE2915806CEC}" presName="compNode" presStyleCnt="0"/>
      <dgm:spPr/>
    </dgm:pt>
    <dgm:pt modelId="{58DD90CE-F0D2-4B0B-B189-915CFA75D1E4}" type="pres">
      <dgm:prSet presAssocID="{AD19E783-0FB8-4998-8146-EE2915806CEC}" presName="bgRect" presStyleLbl="bgShp" presStyleIdx="4" presStyleCnt="5"/>
      <dgm:spPr/>
    </dgm:pt>
    <dgm:pt modelId="{29383E4A-FA14-4ED7-8AFC-867DD31D8C7F}" type="pres">
      <dgm:prSet presAssocID="{AD19E783-0FB8-4998-8146-EE2915806CEC}" presName="iconRect" presStyleLbl="node1" presStyleIdx="4"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Syncing Cloud"/>
        </a:ext>
      </dgm:extLst>
    </dgm:pt>
    <dgm:pt modelId="{918CB32E-9CF4-4279-B709-41978CC039D9}" type="pres">
      <dgm:prSet presAssocID="{AD19E783-0FB8-4998-8146-EE2915806CEC}" presName="spaceRect" presStyleCnt="0"/>
      <dgm:spPr/>
    </dgm:pt>
    <dgm:pt modelId="{26F7AF80-B2BD-4009-A39A-8DB3C458DE97}" type="pres">
      <dgm:prSet presAssocID="{AD19E783-0FB8-4998-8146-EE2915806CEC}" presName="parTx" presStyleLbl="revTx" presStyleIdx="4" presStyleCnt="5">
        <dgm:presLayoutVars>
          <dgm:chMax val="0"/>
          <dgm:chPref val="0"/>
        </dgm:presLayoutVars>
      </dgm:prSet>
      <dgm:spPr/>
    </dgm:pt>
  </dgm:ptLst>
  <dgm:cxnLst>
    <dgm:cxn modelId="{7D858101-BE41-467F-A8B8-09F8069E64D5}" srcId="{626FF1D5-FBBB-4CB9-A0A6-064D82D6276E}" destId="{CFA84C7E-9E0F-443E-A95B-6BBB38E7397E}" srcOrd="2" destOrd="0" parTransId="{32928067-BC2D-46BF-8093-A71AB1F1577B}" sibTransId="{A2EB6CD1-1255-4E6A-B9FF-0A06A8A57FF6}"/>
    <dgm:cxn modelId="{E8F8CB11-440C-410D-AAE8-4A8082078B98}" srcId="{626FF1D5-FBBB-4CB9-A0A6-064D82D6276E}" destId="{AD19E783-0FB8-4998-8146-EE2915806CEC}" srcOrd="4" destOrd="0" parTransId="{80265CA6-3203-439C-907E-761C66FD7550}" sibTransId="{28A56CD4-6BE3-45B2-8BEC-A82264D1CC58}"/>
    <dgm:cxn modelId="{35398615-E0A1-45F6-90CD-42A6322F0BE4}" srcId="{626FF1D5-FBBB-4CB9-A0A6-064D82D6276E}" destId="{DDF96310-4F93-432C-940B-88FAC975DC9F}" srcOrd="0" destOrd="0" parTransId="{3F0AF01E-31FE-417C-8D13-5B8E726DE66B}" sibTransId="{5CB8A27C-3BA5-4632-994C-1E9E3D086EB4}"/>
    <dgm:cxn modelId="{D6E0A917-5799-45E2-85F3-8546BDAE8438}" srcId="{626FF1D5-FBBB-4CB9-A0A6-064D82D6276E}" destId="{BB13CC4C-58D2-4897-BDFF-866E149665E7}" srcOrd="3" destOrd="0" parTransId="{A8AFF155-9FB3-492A-A046-427B2B90923B}" sibTransId="{BB620768-A5E4-4279-B4B8-BBB7A5165996}"/>
    <dgm:cxn modelId="{7FD4C224-10EB-4C81-BF10-1180D7201229}" type="presOf" srcId="{626FF1D5-FBBB-4CB9-A0A6-064D82D6276E}" destId="{87B1D4B4-59C5-43F7-A8A2-AB5CC483814E}" srcOrd="0" destOrd="0" presId="urn:microsoft.com/office/officeart/2018/2/layout/IconVerticalSolidList"/>
    <dgm:cxn modelId="{2996B833-6F30-4AE4-91E2-C314103FCF00}" type="presOf" srcId="{CFA84C7E-9E0F-443E-A95B-6BBB38E7397E}" destId="{51D90976-81F8-468D-9ADB-19D923D25BA9}" srcOrd="0" destOrd="0" presId="urn:microsoft.com/office/officeart/2018/2/layout/IconVerticalSolidList"/>
    <dgm:cxn modelId="{47FE4A39-AC1C-4A19-BC31-0E8FF69DBB6D}" type="presOf" srcId="{05689700-B1CF-4875-863F-64F7F8494F0B}" destId="{723BAEF4-FD04-4390-8511-DEE21DCF0211}" srcOrd="0" destOrd="0" presId="urn:microsoft.com/office/officeart/2018/2/layout/IconVerticalSolidList"/>
    <dgm:cxn modelId="{6B6CAE91-221C-4C42-83D8-CA36ACABBCB4}" type="presOf" srcId="{BB13CC4C-58D2-4897-BDFF-866E149665E7}" destId="{CFB3FC86-F8A6-4858-BFE2-12DB18C374C9}" srcOrd="0" destOrd="0" presId="urn:microsoft.com/office/officeart/2018/2/layout/IconVerticalSolidList"/>
    <dgm:cxn modelId="{E23F339F-C120-4A85-B260-672098A00DD3}" type="presOf" srcId="{AD19E783-0FB8-4998-8146-EE2915806CEC}" destId="{26F7AF80-B2BD-4009-A39A-8DB3C458DE97}" srcOrd="0" destOrd="0" presId="urn:microsoft.com/office/officeart/2018/2/layout/IconVerticalSolidList"/>
    <dgm:cxn modelId="{CF00E2B5-156B-4AD9-A91F-CC5F55ADB0C5}" type="presOf" srcId="{DDF96310-4F93-432C-940B-88FAC975DC9F}" destId="{5187060A-5730-4342-98CA-601EC1178154}" srcOrd="0" destOrd="0" presId="urn:microsoft.com/office/officeart/2018/2/layout/IconVerticalSolidList"/>
    <dgm:cxn modelId="{765BA2B7-C699-495D-A752-4F459D1B5F4A}" srcId="{626FF1D5-FBBB-4CB9-A0A6-064D82D6276E}" destId="{05689700-B1CF-4875-863F-64F7F8494F0B}" srcOrd="1" destOrd="0" parTransId="{B07535F4-0731-4224-9921-D25D54FE025B}" sibTransId="{632FF0CF-3719-49D7-A693-289731C46F51}"/>
    <dgm:cxn modelId="{8D943869-E17D-473C-A9A0-68B9B4DF7445}" type="presParOf" srcId="{87B1D4B4-59C5-43F7-A8A2-AB5CC483814E}" destId="{3F9F0AC2-FD6B-4B42-841E-16D32D3ECC09}" srcOrd="0" destOrd="0" presId="urn:microsoft.com/office/officeart/2018/2/layout/IconVerticalSolidList"/>
    <dgm:cxn modelId="{2239CC64-AD9F-45D0-9640-B22D07E2FF97}" type="presParOf" srcId="{3F9F0AC2-FD6B-4B42-841E-16D32D3ECC09}" destId="{BF3F0BEA-DE27-4A1D-8760-39DA698CD8BE}" srcOrd="0" destOrd="0" presId="urn:microsoft.com/office/officeart/2018/2/layout/IconVerticalSolidList"/>
    <dgm:cxn modelId="{8B9D995F-84E8-48B4-9049-DD64E19A1336}" type="presParOf" srcId="{3F9F0AC2-FD6B-4B42-841E-16D32D3ECC09}" destId="{5F480977-2084-4437-8296-4C71B3168F1E}" srcOrd="1" destOrd="0" presId="urn:microsoft.com/office/officeart/2018/2/layout/IconVerticalSolidList"/>
    <dgm:cxn modelId="{65134EAE-AB50-42DB-8A61-F883B613C7C2}" type="presParOf" srcId="{3F9F0AC2-FD6B-4B42-841E-16D32D3ECC09}" destId="{DE6D9414-E9D4-40BF-BAFE-2EEA13839296}" srcOrd="2" destOrd="0" presId="urn:microsoft.com/office/officeart/2018/2/layout/IconVerticalSolidList"/>
    <dgm:cxn modelId="{FD748A9A-C84B-4394-ABED-C28ECB0A1ED7}" type="presParOf" srcId="{3F9F0AC2-FD6B-4B42-841E-16D32D3ECC09}" destId="{5187060A-5730-4342-98CA-601EC1178154}" srcOrd="3" destOrd="0" presId="urn:microsoft.com/office/officeart/2018/2/layout/IconVerticalSolidList"/>
    <dgm:cxn modelId="{228A1E7D-ED5E-4631-92ED-193AB32D2393}" type="presParOf" srcId="{87B1D4B4-59C5-43F7-A8A2-AB5CC483814E}" destId="{EF2F569B-7788-45DE-AFAC-4292121B25D5}" srcOrd="1" destOrd="0" presId="urn:microsoft.com/office/officeart/2018/2/layout/IconVerticalSolidList"/>
    <dgm:cxn modelId="{62A03639-575C-40BC-A2A6-7D77A1CCE1EB}" type="presParOf" srcId="{87B1D4B4-59C5-43F7-A8A2-AB5CC483814E}" destId="{50BE76AF-A6B1-4988-8A8C-D540C031D60E}" srcOrd="2" destOrd="0" presId="urn:microsoft.com/office/officeart/2018/2/layout/IconVerticalSolidList"/>
    <dgm:cxn modelId="{455BA099-8983-4B1E-A346-915CF4E3D7AD}" type="presParOf" srcId="{50BE76AF-A6B1-4988-8A8C-D540C031D60E}" destId="{8B3733A9-D97B-4C30-93C8-1F3E893BDD5E}" srcOrd="0" destOrd="0" presId="urn:microsoft.com/office/officeart/2018/2/layout/IconVerticalSolidList"/>
    <dgm:cxn modelId="{3FFDE45A-B543-40BA-B6D7-AD2056CD9CBF}" type="presParOf" srcId="{50BE76AF-A6B1-4988-8A8C-D540C031D60E}" destId="{A33C25C3-5ABD-48A8-834F-CD25739AC08C}" srcOrd="1" destOrd="0" presId="urn:microsoft.com/office/officeart/2018/2/layout/IconVerticalSolidList"/>
    <dgm:cxn modelId="{4D387FD7-6340-4B7D-8030-A76B99E9874E}" type="presParOf" srcId="{50BE76AF-A6B1-4988-8A8C-D540C031D60E}" destId="{99354308-08AC-470B-90F0-EFE3FE4A170E}" srcOrd="2" destOrd="0" presId="urn:microsoft.com/office/officeart/2018/2/layout/IconVerticalSolidList"/>
    <dgm:cxn modelId="{6FF1D9B4-0622-4D22-AE98-E22D8529AD98}" type="presParOf" srcId="{50BE76AF-A6B1-4988-8A8C-D540C031D60E}" destId="{723BAEF4-FD04-4390-8511-DEE21DCF0211}" srcOrd="3" destOrd="0" presId="urn:microsoft.com/office/officeart/2018/2/layout/IconVerticalSolidList"/>
    <dgm:cxn modelId="{A3DAEA5C-612E-4E0A-B266-132FDB8D6B9D}" type="presParOf" srcId="{87B1D4B4-59C5-43F7-A8A2-AB5CC483814E}" destId="{E91A220C-3B60-4A1D-8BB6-1DD0C7B0E45E}" srcOrd="3" destOrd="0" presId="urn:microsoft.com/office/officeart/2018/2/layout/IconVerticalSolidList"/>
    <dgm:cxn modelId="{365EE9EA-724F-4508-A1F6-C86D07EF63E8}" type="presParOf" srcId="{87B1D4B4-59C5-43F7-A8A2-AB5CC483814E}" destId="{8C0E9CDE-183F-4567-B506-A9DF40387ED9}" srcOrd="4" destOrd="0" presId="urn:microsoft.com/office/officeart/2018/2/layout/IconVerticalSolidList"/>
    <dgm:cxn modelId="{54DAAAC5-05D2-432C-B621-81204A6C0320}" type="presParOf" srcId="{8C0E9CDE-183F-4567-B506-A9DF40387ED9}" destId="{9F9D7790-9A2D-4D67-ACE8-C4D242AC656C}" srcOrd="0" destOrd="0" presId="urn:microsoft.com/office/officeart/2018/2/layout/IconVerticalSolidList"/>
    <dgm:cxn modelId="{B2252DB0-C621-4400-992E-490D7F2EA7CC}" type="presParOf" srcId="{8C0E9CDE-183F-4567-B506-A9DF40387ED9}" destId="{70001DAE-CF16-49CF-93BD-688A2901DB1B}" srcOrd="1" destOrd="0" presId="urn:microsoft.com/office/officeart/2018/2/layout/IconVerticalSolidList"/>
    <dgm:cxn modelId="{A93CB4EA-7411-4E30-B2C8-E2687E3E60C9}" type="presParOf" srcId="{8C0E9CDE-183F-4567-B506-A9DF40387ED9}" destId="{552B276F-1A88-4AE4-8B6E-B5FB385B9F38}" srcOrd="2" destOrd="0" presId="urn:microsoft.com/office/officeart/2018/2/layout/IconVerticalSolidList"/>
    <dgm:cxn modelId="{ABCFFB3C-F7B4-44D1-8ECB-975F887D5CE8}" type="presParOf" srcId="{8C0E9CDE-183F-4567-B506-A9DF40387ED9}" destId="{51D90976-81F8-468D-9ADB-19D923D25BA9}" srcOrd="3" destOrd="0" presId="urn:microsoft.com/office/officeart/2018/2/layout/IconVerticalSolidList"/>
    <dgm:cxn modelId="{47806E9B-7B12-4BC2-BD07-882DDE969438}" type="presParOf" srcId="{87B1D4B4-59C5-43F7-A8A2-AB5CC483814E}" destId="{3654544D-3DC6-4431-947D-07AD3819FCFE}" srcOrd="5" destOrd="0" presId="urn:microsoft.com/office/officeart/2018/2/layout/IconVerticalSolidList"/>
    <dgm:cxn modelId="{FC4AFF61-5700-48BB-8E05-A692C99114E2}" type="presParOf" srcId="{87B1D4B4-59C5-43F7-A8A2-AB5CC483814E}" destId="{3801407E-8B81-4B8F-92E3-F5050B7920EA}" srcOrd="6" destOrd="0" presId="urn:microsoft.com/office/officeart/2018/2/layout/IconVerticalSolidList"/>
    <dgm:cxn modelId="{93CE396A-4FE8-4B98-9354-9F77B4680796}" type="presParOf" srcId="{3801407E-8B81-4B8F-92E3-F5050B7920EA}" destId="{10187E5F-C897-4FD9-A79B-D082C06C1E96}" srcOrd="0" destOrd="0" presId="urn:microsoft.com/office/officeart/2018/2/layout/IconVerticalSolidList"/>
    <dgm:cxn modelId="{524A90B7-4FAC-4CF5-963E-777ACBA23BDB}" type="presParOf" srcId="{3801407E-8B81-4B8F-92E3-F5050B7920EA}" destId="{91BC89F9-DE28-4595-89B4-3E21B77743DA}" srcOrd="1" destOrd="0" presId="urn:microsoft.com/office/officeart/2018/2/layout/IconVerticalSolidList"/>
    <dgm:cxn modelId="{25B9FF8E-4446-4150-8984-C1A49C3222C4}" type="presParOf" srcId="{3801407E-8B81-4B8F-92E3-F5050B7920EA}" destId="{43F924C0-B6B1-4598-8C5F-2DA73A7B24AE}" srcOrd="2" destOrd="0" presId="urn:microsoft.com/office/officeart/2018/2/layout/IconVerticalSolidList"/>
    <dgm:cxn modelId="{4282685D-0CC5-486E-9E40-5E470DBB7F8C}" type="presParOf" srcId="{3801407E-8B81-4B8F-92E3-F5050B7920EA}" destId="{CFB3FC86-F8A6-4858-BFE2-12DB18C374C9}" srcOrd="3" destOrd="0" presId="urn:microsoft.com/office/officeart/2018/2/layout/IconVerticalSolidList"/>
    <dgm:cxn modelId="{43208E98-9962-4213-810C-F34329846E3D}" type="presParOf" srcId="{87B1D4B4-59C5-43F7-A8A2-AB5CC483814E}" destId="{C554678E-7413-46D9-85ED-1A3053712D28}" srcOrd="7" destOrd="0" presId="urn:microsoft.com/office/officeart/2018/2/layout/IconVerticalSolidList"/>
    <dgm:cxn modelId="{C8D5EA68-101E-4401-814F-EEB903FD5343}" type="presParOf" srcId="{87B1D4B4-59C5-43F7-A8A2-AB5CC483814E}" destId="{69719940-FA29-4BD9-A1AA-7B2301994DCA}" srcOrd="8" destOrd="0" presId="urn:microsoft.com/office/officeart/2018/2/layout/IconVerticalSolidList"/>
    <dgm:cxn modelId="{9AB995F3-AE82-4D12-B435-9D60777623C8}" type="presParOf" srcId="{69719940-FA29-4BD9-A1AA-7B2301994DCA}" destId="{58DD90CE-F0D2-4B0B-B189-915CFA75D1E4}" srcOrd="0" destOrd="0" presId="urn:microsoft.com/office/officeart/2018/2/layout/IconVerticalSolidList"/>
    <dgm:cxn modelId="{2726C5A3-E7B8-48AF-9684-096B0232E97F}" type="presParOf" srcId="{69719940-FA29-4BD9-A1AA-7B2301994DCA}" destId="{29383E4A-FA14-4ED7-8AFC-867DD31D8C7F}" srcOrd="1" destOrd="0" presId="urn:microsoft.com/office/officeart/2018/2/layout/IconVerticalSolidList"/>
    <dgm:cxn modelId="{B24B5A71-19EE-4B0E-8853-258E6DC89D18}" type="presParOf" srcId="{69719940-FA29-4BD9-A1AA-7B2301994DCA}" destId="{918CB32E-9CF4-4279-B709-41978CC039D9}" srcOrd="2" destOrd="0" presId="urn:microsoft.com/office/officeart/2018/2/layout/IconVerticalSolidList"/>
    <dgm:cxn modelId="{B7946DFF-8C9A-4297-9EF2-B8FAF708851B}" type="presParOf" srcId="{69719940-FA29-4BD9-A1AA-7B2301994DCA}" destId="{26F7AF80-B2BD-4009-A39A-8DB3C458DE9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965F854-0F85-4443-8D0D-77EF8E831C9D}" type="doc">
      <dgm:prSet loTypeId="urn:microsoft.com/office/officeart/2018/5/layout/IconLeafLabel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209BFF48-D393-4D13-9302-09E3FCA0F9BF}">
      <dgm:prSet/>
      <dgm:spPr/>
      <dgm:t>
        <a:bodyPr/>
        <a:lstStyle/>
        <a:p>
          <a:pPr>
            <a:lnSpc>
              <a:spcPct val="100000"/>
            </a:lnSpc>
            <a:defRPr cap="all"/>
          </a:pPr>
          <a:r>
            <a:rPr lang="en-US"/>
            <a:t>Ready to modernize network operations?</a:t>
          </a:r>
        </a:p>
      </dgm:t>
    </dgm:pt>
    <dgm:pt modelId="{A860F018-2811-4F4B-BC95-ACE2532EA505}" type="parTrans" cxnId="{B69A49C8-FB96-405A-84C1-03581E70FEDD}">
      <dgm:prSet/>
      <dgm:spPr/>
      <dgm:t>
        <a:bodyPr/>
        <a:lstStyle/>
        <a:p>
          <a:endParaRPr lang="en-US"/>
        </a:p>
      </dgm:t>
    </dgm:pt>
    <dgm:pt modelId="{578651C4-0C4E-4BFD-9ED5-DC5F820E690C}" type="sibTrans" cxnId="{B69A49C8-FB96-405A-84C1-03581E70FEDD}">
      <dgm:prSet/>
      <dgm:spPr/>
      <dgm:t>
        <a:bodyPr/>
        <a:lstStyle/>
        <a:p>
          <a:endParaRPr lang="en-US"/>
        </a:p>
      </dgm:t>
    </dgm:pt>
    <dgm:pt modelId="{D61C79D3-347D-493B-AF8E-0F2BAF7AC3F1}">
      <dgm:prSet/>
      <dgm:spPr/>
      <dgm:t>
        <a:bodyPr/>
        <a:lstStyle/>
        <a:p>
          <a:pPr>
            <a:lnSpc>
              <a:spcPct val="100000"/>
            </a:lnSpc>
            <a:defRPr cap="all"/>
          </a:pPr>
          <a:r>
            <a:rPr lang="en-US"/>
            <a:t>Let’s build intelligent platforms that simplify complex processes together.</a:t>
          </a:r>
        </a:p>
      </dgm:t>
    </dgm:pt>
    <dgm:pt modelId="{C2B3A595-63E9-440A-B45C-7E6F00495B0E}" type="parTrans" cxnId="{3002532C-455E-4695-BE38-F896E9C37351}">
      <dgm:prSet/>
      <dgm:spPr/>
      <dgm:t>
        <a:bodyPr/>
        <a:lstStyle/>
        <a:p>
          <a:endParaRPr lang="en-US"/>
        </a:p>
      </dgm:t>
    </dgm:pt>
    <dgm:pt modelId="{134335C4-44AD-4F40-B073-0A08D7C7B334}" type="sibTrans" cxnId="{3002532C-455E-4695-BE38-F896E9C37351}">
      <dgm:prSet/>
      <dgm:spPr/>
      <dgm:t>
        <a:bodyPr/>
        <a:lstStyle/>
        <a:p>
          <a:endParaRPr lang="en-US"/>
        </a:p>
      </dgm:t>
    </dgm:pt>
    <dgm:pt modelId="{46D5D63C-F9D9-4E31-B0FC-B709C74203E0}">
      <dgm:prSet/>
      <dgm:spPr/>
      <dgm:t>
        <a:bodyPr/>
        <a:lstStyle/>
        <a:p>
          <a:pPr>
            <a:lnSpc>
              <a:spcPct val="100000"/>
            </a:lnSpc>
            <a:defRPr cap="all"/>
          </a:pPr>
          <a:r>
            <a:rPr lang="en-US"/>
            <a:t>Say hello@i9network.com</a:t>
          </a:r>
        </a:p>
      </dgm:t>
    </dgm:pt>
    <dgm:pt modelId="{2A172494-C2A0-4B19-86F0-35721545699F}" type="parTrans" cxnId="{D32146A8-5EBD-457B-99D3-5B323434B26F}">
      <dgm:prSet/>
      <dgm:spPr/>
      <dgm:t>
        <a:bodyPr/>
        <a:lstStyle/>
        <a:p>
          <a:endParaRPr lang="en-US"/>
        </a:p>
      </dgm:t>
    </dgm:pt>
    <dgm:pt modelId="{9550DBB2-6ADE-4A76-BE81-753486A9F849}" type="sibTrans" cxnId="{D32146A8-5EBD-457B-99D3-5B323434B26F}">
      <dgm:prSet/>
      <dgm:spPr/>
      <dgm:t>
        <a:bodyPr/>
        <a:lstStyle/>
        <a:p>
          <a:endParaRPr lang="en-US"/>
        </a:p>
      </dgm:t>
    </dgm:pt>
    <dgm:pt modelId="{F3B6E003-5A7E-416D-81A7-56D2D5926DE9}" type="pres">
      <dgm:prSet presAssocID="{B965F854-0F85-4443-8D0D-77EF8E831C9D}" presName="root" presStyleCnt="0">
        <dgm:presLayoutVars>
          <dgm:dir/>
          <dgm:resizeHandles val="exact"/>
        </dgm:presLayoutVars>
      </dgm:prSet>
      <dgm:spPr/>
    </dgm:pt>
    <dgm:pt modelId="{4409AB4B-4D49-4C94-95DF-2B592E915F44}" type="pres">
      <dgm:prSet presAssocID="{209BFF48-D393-4D13-9302-09E3FCA0F9BF}" presName="compNode" presStyleCnt="0"/>
      <dgm:spPr/>
    </dgm:pt>
    <dgm:pt modelId="{78662AA8-A306-4A88-BAB9-B0E26E13996D}" type="pres">
      <dgm:prSet presAssocID="{209BFF48-D393-4D13-9302-09E3FCA0F9BF}" presName="iconBgRect" presStyleLbl="bgShp" presStyleIdx="0" presStyleCnt="3"/>
      <dgm:spPr>
        <a:prstGeom prst="round2DiagRect">
          <a:avLst>
            <a:gd name="adj1" fmla="val 29727"/>
            <a:gd name="adj2" fmla="val 0"/>
          </a:avLst>
        </a:prstGeom>
      </dgm:spPr>
    </dgm:pt>
    <dgm:pt modelId="{1FFCAAE5-60AE-4B00-A8DD-3B63D99E3E7B}" type="pres">
      <dgm:prSet presAssocID="{209BFF48-D393-4D13-9302-09E3FCA0F9BF}"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A27E260F-93CE-45F2-8AA4-B1E6F03E18BE}" type="pres">
      <dgm:prSet presAssocID="{209BFF48-D393-4D13-9302-09E3FCA0F9BF}" presName="spaceRect" presStyleCnt="0"/>
      <dgm:spPr/>
    </dgm:pt>
    <dgm:pt modelId="{869F8505-BACF-4895-93F4-C2027C79090C}" type="pres">
      <dgm:prSet presAssocID="{209BFF48-D393-4D13-9302-09E3FCA0F9BF}" presName="textRect" presStyleLbl="revTx" presStyleIdx="0" presStyleCnt="3">
        <dgm:presLayoutVars>
          <dgm:chMax val="1"/>
          <dgm:chPref val="1"/>
        </dgm:presLayoutVars>
      </dgm:prSet>
      <dgm:spPr/>
    </dgm:pt>
    <dgm:pt modelId="{CC741650-4C16-4C0F-BE03-7FC2ECE0205A}" type="pres">
      <dgm:prSet presAssocID="{578651C4-0C4E-4BFD-9ED5-DC5F820E690C}" presName="sibTrans" presStyleCnt="0"/>
      <dgm:spPr/>
    </dgm:pt>
    <dgm:pt modelId="{49111A09-C3B5-4B68-8C43-CBCBDA70FB68}" type="pres">
      <dgm:prSet presAssocID="{D61C79D3-347D-493B-AF8E-0F2BAF7AC3F1}" presName="compNode" presStyleCnt="0"/>
      <dgm:spPr/>
    </dgm:pt>
    <dgm:pt modelId="{129CEBC9-AFB1-4D98-8783-619A9EBEDDD0}" type="pres">
      <dgm:prSet presAssocID="{D61C79D3-347D-493B-AF8E-0F2BAF7AC3F1}" presName="iconBgRect" presStyleLbl="bgShp" presStyleIdx="1" presStyleCnt="3"/>
      <dgm:spPr>
        <a:prstGeom prst="round2DiagRect">
          <a:avLst>
            <a:gd name="adj1" fmla="val 29727"/>
            <a:gd name="adj2" fmla="val 0"/>
          </a:avLst>
        </a:prstGeom>
      </dgm:spPr>
    </dgm:pt>
    <dgm:pt modelId="{BEC4E66E-61BF-421A-8551-ECAE117C326A}" type="pres">
      <dgm:prSet presAssocID="{D61C79D3-347D-493B-AF8E-0F2BAF7AC3F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F241B690-809B-40A0-9F81-543109212182}" type="pres">
      <dgm:prSet presAssocID="{D61C79D3-347D-493B-AF8E-0F2BAF7AC3F1}" presName="spaceRect" presStyleCnt="0"/>
      <dgm:spPr/>
    </dgm:pt>
    <dgm:pt modelId="{68D4E2CB-8946-4FB5-AAD2-4A4BFD360355}" type="pres">
      <dgm:prSet presAssocID="{D61C79D3-347D-493B-AF8E-0F2BAF7AC3F1}" presName="textRect" presStyleLbl="revTx" presStyleIdx="1" presStyleCnt="3">
        <dgm:presLayoutVars>
          <dgm:chMax val="1"/>
          <dgm:chPref val="1"/>
        </dgm:presLayoutVars>
      </dgm:prSet>
      <dgm:spPr/>
    </dgm:pt>
    <dgm:pt modelId="{35B7098B-7706-4E3E-AC52-DB5C7974ECCF}" type="pres">
      <dgm:prSet presAssocID="{134335C4-44AD-4F40-B073-0A08D7C7B334}" presName="sibTrans" presStyleCnt="0"/>
      <dgm:spPr/>
    </dgm:pt>
    <dgm:pt modelId="{07B44D77-8052-4A42-B5EC-A78AB8913544}" type="pres">
      <dgm:prSet presAssocID="{46D5D63C-F9D9-4E31-B0FC-B709C74203E0}" presName="compNode" presStyleCnt="0"/>
      <dgm:spPr/>
    </dgm:pt>
    <dgm:pt modelId="{9031BE96-558A-45BF-9F57-6862C51FD7BA}" type="pres">
      <dgm:prSet presAssocID="{46D5D63C-F9D9-4E31-B0FC-B709C74203E0}" presName="iconBgRect" presStyleLbl="bgShp" presStyleIdx="2" presStyleCnt="3"/>
      <dgm:spPr>
        <a:prstGeom prst="round2DiagRect">
          <a:avLst>
            <a:gd name="adj1" fmla="val 29727"/>
            <a:gd name="adj2" fmla="val 0"/>
          </a:avLst>
        </a:prstGeom>
      </dgm:spPr>
    </dgm:pt>
    <dgm:pt modelId="{AAC8B150-B6FD-48C4-993D-C071CA818EF1}" type="pres">
      <dgm:prSet presAssocID="{46D5D63C-F9D9-4E31-B0FC-B709C74203E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Email"/>
        </a:ext>
      </dgm:extLst>
    </dgm:pt>
    <dgm:pt modelId="{3141EB29-DF66-422A-94CE-E31EC8B7861F}" type="pres">
      <dgm:prSet presAssocID="{46D5D63C-F9D9-4E31-B0FC-B709C74203E0}" presName="spaceRect" presStyleCnt="0"/>
      <dgm:spPr/>
    </dgm:pt>
    <dgm:pt modelId="{7F0F2FC2-70D6-47EF-9D7A-950A841FC9FC}" type="pres">
      <dgm:prSet presAssocID="{46D5D63C-F9D9-4E31-B0FC-B709C74203E0}" presName="textRect" presStyleLbl="revTx" presStyleIdx="2" presStyleCnt="3">
        <dgm:presLayoutVars>
          <dgm:chMax val="1"/>
          <dgm:chPref val="1"/>
        </dgm:presLayoutVars>
      </dgm:prSet>
      <dgm:spPr/>
    </dgm:pt>
  </dgm:ptLst>
  <dgm:cxnLst>
    <dgm:cxn modelId="{3002532C-455E-4695-BE38-F896E9C37351}" srcId="{B965F854-0F85-4443-8D0D-77EF8E831C9D}" destId="{D61C79D3-347D-493B-AF8E-0F2BAF7AC3F1}" srcOrd="1" destOrd="0" parTransId="{C2B3A595-63E9-440A-B45C-7E6F00495B0E}" sibTransId="{134335C4-44AD-4F40-B073-0A08D7C7B334}"/>
    <dgm:cxn modelId="{73E45F3C-D48D-4F0F-9AE8-877D618AE557}" type="presOf" srcId="{B965F854-0F85-4443-8D0D-77EF8E831C9D}" destId="{F3B6E003-5A7E-416D-81A7-56D2D5926DE9}" srcOrd="0" destOrd="0" presId="urn:microsoft.com/office/officeart/2018/5/layout/IconLeafLabelList"/>
    <dgm:cxn modelId="{2BDBD061-C8AD-4F83-9261-70D05FD5AF4A}" type="presOf" srcId="{46D5D63C-F9D9-4E31-B0FC-B709C74203E0}" destId="{7F0F2FC2-70D6-47EF-9D7A-950A841FC9FC}" srcOrd="0" destOrd="0" presId="urn:microsoft.com/office/officeart/2018/5/layout/IconLeafLabelList"/>
    <dgm:cxn modelId="{D32146A8-5EBD-457B-99D3-5B323434B26F}" srcId="{B965F854-0F85-4443-8D0D-77EF8E831C9D}" destId="{46D5D63C-F9D9-4E31-B0FC-B709C74203E0}" srcOrd="2" destOrd="0" parTransId="{2A172494-C2A0-4B19-86F0-35721545699F}" sibTransId="{9550DBB2-6ADE-4A76-BE81-753486A9F849}"/>
    <dgm:cxn modelId="{49C7D0B4-9EDA-40C4-A053-32F2F39817EF}" type="presOf" srcId="{D61C79D3-347D-493B-AF8E-0F2BAF7AC3F1}" destId="{68D4E2CB-8946-4FB5-AAD2-4A4BFD360355}" srcOrd="0" destOrd="0" presId="urn:microsoft.com/office/officeart/2018/5/layout/IconLeafLabelList"/>
    <dgm:cxn modelId="{B69A49C8-FB96-405A-84C1-03581E70FEDD}" srcId="{B965F854-0F85-4443-8D0D-77EF8E831C9D}" destId="{209BFF48-D393-4D13-9302-09E3FCA0F9BF}" srcOrd="0" destOrd="0" parTransId="{A860F018-2811-4F4B-BC95-ACE2532EA505}" sibTransId="{578651C4-0C4E-4BFD-9ED5-DC5F820E690C}"/>
    <dgm:cxn modelId="{B30C1CE6-AF2D-4ED7-B814-30D1A794C28F}" type="presOf" srcId="{209BFF48-D393-4D13-9302-09E3FCA0F9BF}" destId="{869F8505-BACF-4895-93F4-C2027C79090C}" srcOrd="0" destOrd="0" presId="urn:microsoft.com/office/officeart/2018/5/layout/IconLeafLabelList"/>
    <dgm:cxn modelId="{601E7182-AD83-4513-A5E0-263A82A21CF1}" type="presParOf" srcId="{F3B6E003-5A7E-416D-81A7-56D2D5926DE9}" destId="{4409AB4B-4D49-4C94-95DF-2B592E915F44}" srcOrd="0" destOrd="0" presId="urn:microsoft.com/office/officeart/2018/5/layout/IconLeafLabelList"/>
    <dgm:cxn modelId="{E96B82E2-2A1F-4010-85A2-C13521173292}" type="presParOf" srcId="{4409AB4B-4D49-4C94-95DF-2B592E915F44}" destId="{78662AA8-A306-4A88-BAB9-B0E26E13996D}" srcOrd="0" destOrd="0" presId="urn:microsoft.com/office/officeart/2018/5/layout/IconLeafLabelList"/>
    <dgm:cxn modelId="{F13A76C9-A499-4445-921C-3C1D9442BABA}" type="presParOf" srcId="{4409AB4B-4D49-4C94-95DF-2B592E915F44}" destId="{1FFCAAE5-60AE-4B00-A8DD-3B63D99E3E7B}" srcOrd="1" destOrd="0" presId="urn:microsoft.com/office/officeart/2018/5/layout/IconLeafLabelList"/>
    <dgm:cxn modelId="{88AD730B-810D-44D6-B915-9DD2040AE434}" type="presParOf" srcId="{4409AB4B-4D49-4C94-95DF-2B592E915F44}" destId="{A27E260F-93CE-45F2-8AA4-B1E6F03E18BE}" srcOrd="2" destOrd="0" presId="urn:microsoft.com/office/officeart/2018/5/layout/IconLeafLabelList"/>
    <dgm:cxn modelId="{C49CBC45-88EE-40DE-9127-0B40456B1B29}" type="presParOf" srcId="{4409AB4B-4D49-4C94-95DF-2B592E915F44}" destId="{869F8505-BACF-4895-93F4-C2027C79090C}" srcOrd="3" destOrd="0" presId="urn:microsoft.com/office/officeart/2018/5/layout/IconLeafLabelList"/>
    <dgm:cxn modelId="{86782C6D-9E90-4004-BFE6-D7149B894E23}" type="presParOf" srcId="{F3B6E003-5A7E-416D-81A7-56D2D5926DE9}" destId="{CC741650-4C16-4C0F-BE03-7FC2ECE0205A}" srcOrd="1" destOrd="0" presId="urn:microsoft.com/office/officeart/2018/5/layout/IconLeafLabelList"/>
    <dgm:cxn modelId="{6979127A-F58A-40F4-8016-017E99C6AA22}" type="presParOf" srcId="{F3B6E003-5A7E-416D-81A7-56D2D5926DE9}" destId="{49111A09-C3B5-4B68-8C43-CBCBDA70FB68}" srcOrd="2" destOrd="0" presId="urn:microsoft.com/office/officeart/2018/5/layout/IconLeafLabelList"/>
    <dgm:cxn modelId="{049CBE31-FF21-4879-812A-C76FC2A541C8}" type="presParOf" srcId="{49111A09-C3B5-4B68-8C43-CBCBDA70FB68}" destId="{129CEBC9-AFB1-4D98-8783-619A9EBEDDD0}" srcOrd="0" destOrd="0" presId="urn:microsoft.com/office/officeart/2018/5/layout/IconLeafLabelList"/>
    <dgm:cxn modelId="{133E31CD-49C1-488C-BE18-AAF619DBCF4F}" type="presParOf" srcId="{49111A09-C3B5-4B68-8C43-CBCBDA70FB68}" destId="{BEC4E66E-61BF-421A-8551-ECAE117C326A}" srcOrd="1" destOrd="0" presId="urn:microsoft.com/office/officeart/2018/5/layout/IconLeafLabelList"/>
    <dgm:cxn modelId="{19FAA2B2-3811-4B9B-8551-3070A36AE79F}" type="presParOf" srcId="{49111A09-C3B5-4B68-8C43-CBCBDA70FB68}" destId="{F241B690-809B-40A0-9F81-543109212182}" srcOrd="2" destOrd="0" presId="urn:microsoft.com/office/officeart/2018/5/layout/IconLeafLabelList"/>
    <dgm:cxn modelId="{B6A32BD9-55AF-4682-BAA7-C10B2F0C46AC}" type="presParOf" srcId="{49111A09-C3B5-4B68-8C43-CBCBDA70FB68}" destId="{68D4E2CB-8946-4FB5-AAD2-4A4BFD360355}" srcOrd="3" destOrd="0" presId="urn:microsoft.com/office/officeart/2018/5/layout/IconLeafLabelList"/>
    <dgm:cxn modelId="{5DEC06B6-3341-4C64-B154-1721B99EE12C}" type="presParOf" srcId="{F3B6E003-5A7E-416D-81A7-56D2D5926DE9}" destId="{35B7098B-7706-4E3E-AC52-DB5C7974ECCF}" srcOrd="3" destOrd="0" presId="urn:microsoft.com/office/officeart/2018/5/layout/IconLeafLabelList"/>
    <dgm:cxn modelId="{744BA6C5-6779-424E-94F5-C168EC65FBBA}" type="presParOf" srcId="{F3B6E003-5A7E-416D-81A7-56D2D5926DE9}" destId="{07B44D77-8052-4A42-B5EC-A78AB8913544}" srcOrd="4" destOrd="0" presId="urn:microsoft.com/office/officeart/2018/5/layout/IconLeafLabelList"/>
    <dgm:cxn modelId="{9CCE12D2-AC09-47E9-AD7B-2C7BCDF43DD2}" type="presParOf" srcId="{07B44D77-8052-4A42-B5EC-A78AB8913544}" destId="{9031BE96-558A-45BF-9F57-6862C51FD7BA}" srcOrd="0" destOrd="0" presId="urn:microsoft.com/office/officeart/2018/5/layout/IconLeafLabelList"/>
    <dgm:cxn modelId="{87568789-084C-436E-BFAE-336DF94332BF}" type="presParOf" srcId="{07B44D77-8052-4A42-B5EC-A78AB8913544}" destId="{AAC8B150-B6FD-48C4-993D-C071CA818EF1}" srcOrd="1" destOrd="0" presId="urn:microsoft.com/office/officeart/2018/5/layout/IconLeafLabelList"/>
    <dgm:cxn modelId="{CBA5BB85-28CF-4736-AC81-25E5416B1338}" type="presParOf" srcId="{07B44D77-8052-4A42-B5EC-A78AB8913544}" destId="{3141EB29-DF66-422A-94CE-E31EC8B7861F}" srcOrd="2" destOrd="0" presId="urn:microsoft.com/office/officeart/2018/5/layout/IconLeafLabelList"/>
    <dgm:cxn modelId="{9155C28C-9CF2-4C01-AE43-A9F31FE5A012}" type="presParOf" srcId="{07B44D77-8052-4A42-B5EC-A78AB8913544}" destId="{7F0F2FC2-70D6-47EF-9D7A-950A841FC9FC}"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5F16E1-3031-1D47-B834-4BD1969C301F}">
      <dsp:nvSpPr>
        <dsp:cNvPr id="0" name=""/>
        <dsp:cNvSpPr/>
      </dsp:nvSpPr>
      <dsp:spPr>
        <a:xfrm>
          <a:off x="0" y="675"/>
          <a:ext cx="4718785"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13084BC-593B-DC4F-AA40-2E96C74D189B}">
      <dsp:nvSpPr>
        <dsp:cNvPr id="0" name=""/>
        <dsp:cNvSpPr/>
      </dsp:nvSpPr>
      <dsp:spPr>
        <a:xfrm>
          <a:off x="0" y="675"/>
          <a:ext cx="4718785"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Modular Architecture – CIS, CRM, Billing &amp; Charging, Ticketing, Inventory, AAA, AI Addons</a:t>
          </a:r>
        </a:p>
      </dsp:txBody>
      <dsp:txXfrm>
        <a:off x="0" y="675"/>
        <a:ext cx="4718785" cy="1105876"/>
      </dsp:txXfrm>
    </dsp:sp>
    <dsp:sp modelId="{5ACC1C83-7CD5-2444-894D-6F53414D0FD1}">
      <dsp:nvSpPr>
        <dsp:cNvPr id="0" name=""/>
        <dsp:cNvSpPr/>
      </dsp:nvSpPr>
      <dsp:spPr>
        <a:xfrm>
          <a:off x="0" y="1106552"/>
          <a:ext cx="4718785"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008BA01-42DE-3C43-BC98-99070318DCA6}">
      <dsp:nvSpPr>
        <dsp:cNvPr id="0" name=""/>
        <dsp:cNvSpPr/>
      </dsp:nvSpPr>
      <dsp:spPr>
        <a:xfrm>
          <a:off x="0" y="1106552"/>
          <a:ext cx="4718785"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Easy Onboarding – Intuitive UX for minimal learning curve adaptation. Simplified migration, </a:t>
          </a:r>
          <a:r>
            <a:rPr lang="en-US" sz="2000" kern="1200" dirty="0" err="1"/>
            <a:t>reKYC</a:t>
          </a:r>
          <a:r>
            <a:rPr lang="en-US" sz="2000" kern="1200" dirty="0"/>
            <a:t>, co-exist friendly design</a:t>
          </a:r>
        </a:p>
      </dsp:txBody>
      <dsp:txXfrm>
        <a:off x="0" y="1106552"/>
        <a:ext cx="4718785" cy="1105876"/>
      </dsp:txXfrm>
    </dsp:sp>
    <dsp:sp modelId="{59E5BFED-9081-474D-9E7A-B17AA1B91CE0}">
      <dsp:nvSpPr>
        <dsp:cNvPr id="0" name=""/>
        <dsp:cNvSpPr/>
      </dsp:nvSpPr>
      <dsp:spPr>
        <a:xfrm>
          <a:off x="0" y="2212429"/>
          <a:ext cx="4718785"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835DFC2-B43C-E543-B146-AD51983588F9}">
      <dsp:nvSpPr>
        <dsp:cNvPr id="0" name=""/>
        <dsp:cNvSpPr/>
      </dsp:nvSpPr>
      <dsp:spPr>
        <a:xfrm>
          <a:off x="0" y="2212429"/>
          <a:ext cx="4718785"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Real-Time by design – NATS event backbone, zero polling &amp; reactive</a:t>
          </a:r>
        </a:p>
      </dsp:txBody>
      <dsp:txXfrm>
        <a:off x="0" y="2212429"/>
        <a:ext cx="4718785" cy="1105876"/>
      </dsp:txXfrm>
    </dsp:sp>
    <dsp:sp modelId="{0CB6F493-7921-3C4A-9FDA-9F842C1814BD}">
      <dsp:nvSpPr>
        <dsp:cNvPr id="0" name=""/>
        <dsp:cNvSpPr/>
      </dsp:nvSpPr>
      <dsp:spPr>
        <a:xfrm>
          <a:off x="0" y="3318305"/>
          <a:ext cx="4718785"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4853F3-CA7A-C149-9FA8-2CC0EE97A1C3}">
      <dsp:nvSpPr>
        <dsp:cNvPr id="0" name=""/>
        <dsp:cNvSpPr/>
      </dsp:nvSpPr>
      <dsp:spPr>
        <a:xfrm>
          <a:off x="0" y="3318305"/>
          <a:ext cx="4718785"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dirty="0"/>
            <a:t>Privacy-First – Consent driven, no DPI, secured by scoped access only</a:t>
          </a:r>
        </a:p>
      </dsp:txBody>
      <dsp:txXfrm>
        <a:off x="0" y="3318305"/>
        <a:ext cx="4718785" cy="1105876"/>
      </dsp:txXfrm>
    </dsp:sp>
    <dsp:sp modelId="{799A6332-3911-4440-BD36-5CDAA58C36F4}">
      <dsp:nvSpPr>
        <dsp:cNvPr id="0" name=""/>
        <dsp:cNvSpPr/>
      </dsp:nvSpPr>
      <dsp:spPr>
        <a:xfrm>
          <a:off x="0" y="4424182"/>
          <a:ext cx="4718785" cy="0"/>
        </a:xfrm>
        <a:prstGeom prst="line">
          <a:avLst/>
        </a:prstGeom>
        <a:solidFill>
          <a:schemeClr val="dk2">
            <a:hueOff val="0"/>
            <a:satOff val="0"/>
            <a:lumOff val="0"/>
            <a:alphaOff val="0"/>
          </a:schemeClr>
        </a:solidFill>
        <a:ln w="25400"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4301B8-8F06-A44D-AA5B-11745EFFE946}">
      <dsp:nvSpPr>
        <dsp:cNvPr id="0" name=""/>
        <dsp:cNvSpPr/>
      </dsp:nvSpPr>
      <dsp:spPr>
        <a:xfrm>
          <a:off x="0" y="4424182"/>
          <a:ext cx="4718785" cy="110587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Edge-Ready – Local performance, global control</a:t>
          </a:r>
        </a:p>
      </dsp:txBody>
      <dsp:txXfrm>
        <a:off x="0" y="4424182"/>
        <a:ext cx="4718785" cy="110587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18C497-A1A2-0043-92F7-4D5320DF9613}">
      <dsp:nvSpPr>
        <dsp:cNvPr id="0" name=""/>
        <dsp:cNvSpPr/>
      </dsp:nvSpPr>
      <dsp:spPr>
        <a:xfrm>
          <a:off x="0" y="18647"/>
          <a:ext cx="1617307" cy="970384"/>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CRM – Contact, Leads, 36</a:t>
          </a:r>
          <a:r>
            <a:rPr lang="en-US" sz="1200" b="0" kern="1200" dirty="0"/>
            <a:t>0°</a:t>
          </a:r>
          <a:r>
            <a:rPr lang="en-US" sz="1200" kern="1200" dirty="0"/>
            <a:t> Customer View, Intelligence Hub, Success Metrics </a:t>
          </a:r>
        </a:p>
      </dsp:txBody>
      <dsp:txXfrm>
        <a:off x="0" y="18647"/>
        <a:ext cx="1617307" cy="970384"/>
      </dsp:txXfrm>
    </dsp:sp>
    <dsp:sp modelId="{2E39489D-C000-2042-A8C4-67CCCC2240F4}">
      <dsp:nvSpPr>
        <dsp:cNvPr id="0" name=""/>
        <dsp:cNvSpPr/>
      </dsp:nvSpPr>
      <dsp:spPr>
        <a:xfrm>
          <a:off x="1779038" y="18647"/>
          <a:ext cx="1617307" cy="970384"/>
        </a:xfrm>
        <a:prstGeom prst="rect">
          <a:avLst/>
        </a:prstGeom>
        <a:solidFill>
          <a:schemeClr val="accent2">
            <a:hueOff val="334394"/>
            <a:satOff val="-417"/>
            <a:lumOff val="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CIS –Customer, KYC,  </a:t>
          </a:r>
          <a:r>
            <a:rPr lang="en-US" sz="1200" kern="1200" dirty="0" err="1"/>
            <a:t>eOnboarding</a:t>
          </a:r>
          <a:r>
            <a:rPr lang="en-US" sz="1200" kern="1200" dirty="0"/>
            <a:t> with up-sales boost recommendation</a:t>
          </a:r>
        </a:p>
      </dsp:txBody>
      <dsp:txXfrm>
        <a:off x="1779038" y="18647"/>
        <a:ext cx="1617307" cy="970384"/>
      </dsp:txXfrm>
    </dsp:sp>
    <dsp:sp modelId="{DFE75718-8DE5-EB4E-96F7-976504D63E51}">
      <dsp:nvSpPr>
        <dsp:cNvPr id="0" name=""/>
        <dsp:cNvSpPr/>
      </dsp:nvSpPr>
      <dsp:spPr>
        <a:xfrm>
          <a:off x="3558076" y="18647"/>
          <a:ext cx="1617307" cy="970384"/>
        </a:xfrm>
        <a:prstGeom prst="rect">
          <a:avLst/>
        </a:prstGeom>
        <a:solidFill>
          <a:schemeClr val="accent2">
            <a:hueOff val="668789"/>
            <a:satOff val="-834"/>
            <a:lumOff val="19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dirty="0"/>
            <a:t>Billing &amp; Charging – Prepaid, postpaid, usage-based, taxation</a:t>
          </a:r>
          <a:r>
            <a:rPr lang="en-US" sz="1200" kern="1200" dirty="0">
              <a:latin typeface="Calibri"/>
            </a:rPr>
            <a:t> based on country</a:t>
          </a:r>
          <a:r>
            <a:rPr lang="en-US" sz="1200" kern="1200" dirty="0"/>
            <a:t>, product </a:t>
          </a:r>
        </a:p>
      </dsp:txBody>
      <dsp:txXfrm>
        <a:off x="3558076" y="18647"/>
        <a:ext cx="1617307" cy="970384"/>
      </dsp:txXfrm>
    </dsp:sp>
    <dsp:sp modelId="{63FE65BD-26EA-324E-8517-5B1F79A0493D}">
      <dsp:nvSpPr>
        <dsp:cNvPr id="0" name=""/>
        <dsp:cNvSpPr/>
      </dsp:nvSpPr>
      <dsp:spPr>
        <a:xfrm>
          <a:off x="0" y="1150763"/>
          <a:ext cx="1617307" cy="970384"/>
        </a:xfrm>
        <a:prstGeom prst="rect">
          <a:avLst/>
        </a:prstGeom>
        <a:solidFill>
          <a:schemeClr val="accent2">
            <a:hueOff val="1003183"/>
            <a:satOff val="-1251"/>
            <a:lumOff val="29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a:latin typeface="Calibri"/>
            </a:rPr>
            <a:t>AAA – Hybrid auth ready </a:t>
          </a:r>
          <a:endParaRPr lang="en-US" sz="1200" kern="1200"/>
        </a:p>
      </dsp:txBody>
      <dsp:txXfrm>
        <a:off x="0" y="1150763"/>
        <a:ext cx="1617307" cy="970384"/>
      </dsp:txXfrm>
    </dsp:sp>
    <dsp:sp modelId="{B7EF843B-982B-4F42-9D1D-3CA273895A1F}">
      <dsp:nvSpPr>
        <dsp:cNvPr id="0" name=""/>
        <dsp:cNvSpPr/>
      </dsp:nvSpPr>
      <dsp:spPr>
        <a:xfrm>
          <a:off x="1779038" y="1150763"/>
          <a:ext cx="1617307" cy="970384"/>
        </a:xfrm>
        <a:prstGeom prst="rect">
          <a:avLst/>
        </a:prstGeom>
        <a:solidFill>
          <a:schemeClr val="accent2">
            <a:hueOff val="1337577"/>
            <a:satOff val="-1668"/>
            <a:lumOff val="392"/>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latin typeface="Calibri"/>
            </a:rPr>
            <a:t>ROCE – Return on Capital Eq Invest</a:t>
          </a:r>
          <a:endParaRPr lang="en-US" sz="1200" kern="1200" dirty="0"/>
        </a:p>
      </dsp:txBody>
      <dsp:txXfrm>
        <a:off x="1779038" y="1150763"/>
        <a:ext cx="1617307" cy="970384"/>
      </dsp:txXfrm>
    </dsp:sp>
    <dsp:sp modelId="{48C1CDF0-75AF-F546-B62A-EC2C76A798EE}">
      <dsp:nvSpPr>
        <dsp:cNvPr id="0" name=""/>
        <dsp:cNvSpPr/>
      </dsp:nvSpPr>
      <dsp:spPr>
        <a:xfrm>
          <a:off x="3558076" y="1150763"/>
          <a:ext cx="1617307" cy="970384"/>
        </a:xfrm>
        <a:prstGeom prst="rect">
          <a:avLst/>
        </a:prstGeom>
        <a:solidFill>
          <a:schemeClr val="accent2">
            <a:hueOff val="1671971"/>
            <a:satOff val="-2085"/>
            <a:lumOff val="49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Calibri"/>
            </a:rPr>
            <a:t>Intelligent Field Force – GIS optimized dispatch routing, KPI backed Rewards </a:t>
          </a:r>
        </a:p>
      </dsp:txBody>
      <dsp:txXfrm>
        <a:off x="3558076" y="1150763"/>
        <a:ext cx="1617307" cy="970384"/>
      </dsp:txXfrm>
    </dsp:sp>
    <dsp:sp modelId="{D849E3A0-3088-0A47-8DFB-0F4C387DE694}">
      <dsp:nvSpPr>
        <dsp:cNvPr id="0" name=""/>
        <dsp:cNvSpPr/>
      </dsp:nvSpPr>
      <dsp:spPr>
        <a:xfrm>
          <a:off x="0" y="2282878"/>
          <a:ext cx="1617307" cy="970384"/>
        </a:xfrm>
        <a:prstGeom prst="rect">
          <a:avLst/>
        </a:prstGeom>
        <a:solidFill>
          <a:schemeClr val="accent2">
            <a:hueOff val="2006366"/>
            <a:satOff val="-2502"/>
            <a:lumOff val="58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dirty="0"/>
            <a:t>Intelligent Network Map – GIS enabled network map and </a:t>
          </a:r>
        </a:p>
      </dsp:txBody>
      <dsp:txXfrm>
        <a:off x="0" y="2282878"/>
        <a:ext cx="1617307" cy="970384"/>
      </dsp:txXfrm>
    </dsp:sp>
    <dsp:sp modelId="{48E5893A-1446-4ADD-82EA-6975C630829A}">
      <dsp:nvSpPr>
        <dsp:cNvPr id="0" name=""/>
        <dsp:cNvSpPr/>
      </dsp:nvSpPr>
      <dsp:spPr>
        <a:xfrm>
          <a:off x="1779038" y="2282878"/>
          <a:ext cx="1617307" cy="970384"/>
        </a:xfrm>
        <a:prstGeom prst="rect">
          <a:avLst/>
        </a:prstGeom>
        <a:solidFill>
          <a:schemeClr val="accent2">
            <a:hueOff val="2340760"/>
            <a:satOff val="-2919"/>
            <a:lumOff val="68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dirty="0">
              <a:latin typeface="Calibri"/>
            </a:rPr>
            <a:t>Smart ONT – Gold-Tier Intelligence inside, Enterprise Grade Firmware management</a:t>
          </a:r>
          <a:endParaRPr lang="en-US" sz="1200" kern="1200" dirty="0"/>
        </a:p>
      </dsp:txBody>
      <dsp:txXfrm>
        <a:off x="1779038" y="2282878"/>
        <a:ext cx="1617307" cy="970384"/>
      </dsp:txXfrm>
    </dsp:sp>
    <dsp:sp modelId="{24A48085-7BB6-7541-8E7D-889EB7D4C4E5}">
      <dsp:nvSpPr>
        <dsp:cNvPr id="0" name=""/>
        <dsp:cNvSpPr/>
      </dsp:nvSpPr>
      <dsp:spPr>
        <a:xfrm>
          <a:off x="3558076" y="2282878"/>
          <a:ext cx="1617307" cy="970384"/>
        </a:xfrm>
        <a:prstGeom prst="rect">
          <a:avLst/>
        </a:prstGeom>
        <a:solidFill>
          <a:schemeClr val="accent2">
            <a:hueOff val="2675154"/>
            <a:satOff val="-3337"/>
            <a:lumOff val="78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Market Place – </a:t>
          </a:r>
          <a:r>
            <a:rPr lang="en-US" sz="1200" kern="1200" dirty="0" err="1"/>
            <a:t>vSaas</a:t>
          </a:r>
          <a:r>
            <a:rPr lang="en-US" sz="1200" kern="1200" dirty="0"/>
            <a:t>, IoT Addons and bundling</a:t>
          </a:r>
        </a:p>
      </dsp:txBody>
      <dsp:txXfrm>
        <a:off x="3558076" y="2282878"/>
        <a:ext cx="1617307" cy="970384"/>
      </dsp:txXfrm>
    </dsp:sp>
    <dsp:sp modelId="{2DA15398-F596-8946-B880-71D481AE7BBA}">
      <dsp:nvSpPr>
        <dsp:cNvPr id="0" name=""/>
        <dsp:cNvSpPr/>
      </dsp:nvSpPr>
      <dsp:spPr>
        <a:xfrm>
          <a:off x="0" y="3414993"/>
          <a:ext cx="1617307" cy="970384"/>
        </a:xfrm>
        <a:prstGeom prst="rect">
          <a:avLst/>
        </a:prstGeom>
        <a:solidFill>
          <a:schemeClr val="accent2">
            <a:hueOff val="3009548"/>
            <a:satOff val="-3754"/>
            <a:lumOff val="88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Ticketing – SLA-aware, BPM-powered workflows</a:t>
          </a:r>
        </a:p>
      </dsp:txBody>
      <dsp:txXfrm>
        <a:off x="0" y="3414993"/>
        <a:ext cx="1617307" cy="970384"/>
      </dsp:txXfrm>
    </dsp:sp>
    <dsp:sp modelId="{06CDAE5E-401A-8142-8703-051E4636F823}">
      <dsp:nvSpPr>
        <dsp:cNvPr id="0" name=""/>
        <dsp:cNvSpPr/>
      </dsp:nvSpPr>
      <dsp:spPr>
        <a:xfrm>
          <a:off x="1779038" y="3414993"/>
          <a:ext cx="1617307" cy="970384"/>
        </a:xfrm>
        <a:prstGeom prst="rect">
          <a:avLst/>
        </a:prstGeom>
        <a:solidFill>
          <a:schemeClr val="accent2">
            <a:hueOff val="3343943"/>
            <a:satOff val="-4171"/>
            <a:lumOff val="98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Inventory – Devices, OLT, ONT, Router health, Low stock, RMA </a:t>
          </a:r>
        </a:p>
      </dsp:txBody>
      <dsp:txXfrm>
        <a:off x="1779038" y="3414993"/>
        <a:ext cx="1617307" cy="970384"/>
      </dsp:txXfrm>
    </dsp:sp>
    <dsp:sp modelId="{72F17A1E-9DC9-AF42-B29E-41C8C2F753DB}">
      <dsp:nvSpPr>
        <dsp:cNvPr id="0" name=""/>
        <dsp:cNvSpPr/>
      </dsp:nvSpPr>
      <dsp:spPr>
        <a:xfrm>
          <a:off x="3558076" y="3414993"/>
          <a:ext cx="1617307" cy="970384"/>
        </a:xfrm>
        <a:prstGeom prst="rect">
          <a:avLst/>
        </a:prstGeom>
        <a:solidFill>
          <a:schemeClr val="accent2">
            <a:hueOff val="3678337"/>
            <a:satOff val="-4588"/>
            <a:lumOff val="107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Logging – NetFlow, Syslog, </a:t>
          </a:r>
        </a:p>
      </dsp:txBody>
      <dsp:txXfrm>
        <a:off x="3558076" y="3414993"/>
        <a:ext cx="1617307" cy="970384"/>
      </dsp:txXfrm>
    </dsp:sp>
    <dsp:sp modelId="{F4064253-BD94-A040-8079-47ACA634B126}">
      <dsp:nvSpPr>
        <dsp:cNvPr id="0" name=""/>
        <dsp:cNvSpPr/>
      </dsp:nvSpPr>
      <dsp:spPr>
        <a:xfrm>
          <a:off x="0" y="4547108"/>
          <a:ext cx="1617307" cy="970384"/>
        </a:xfrm>
        <a:prstGeom prst="rect">
          <a:avLst/>
        </a:prstGeom>
        <a:solidFill>
          <a:schemeClr val="accent2">
            <a:hueOff val="4012731"/>
            <a:satOff val="-5005"/>
            <a:lumOff val="117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Omni Channel Communication – SMS, WhatsApp, Telegram, email</a:t>
          </a:r>
        </a:p>
      </dsp:txBody>
      <dsp:txXfrm>
        <a:off x="0" y="4547108"/>
        <a:ext cx="1617307" cy="970384"/>
      </dsp:txXfrm>
    </dsp:sp>
    <dsp:sp modelId="{307A7FFE-4401-6F4C-A96F-C2D6855BF0B0}">
      <dsp:nvSpPr>
        <dsp:cNvPr id="0" name=""/>
        <dsp:cNvSpPr/>
      </dsp:nvSpPr>
      <dsp:spPr>
        <a:xfrm>
          <a:off x="1779038" y="4547108"/>
          <a:ext cx="1617307" cy="970384"/>
        </a:xfrm>
        <a:prstGeom prst="rect">
          <a:avLst/>
        </a:prstGeom>
        <a:solidFill>
          <a:schemeClr val="accent2">
            <a:hueOff val="4347125"/>
            <a:satOff val="-5422"/>
            <a:lumOff val="1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dirty="0"/>
            <a:t>AI Addon – Autonomous Tier-1 support, Prediction Agent, MCP Interface</a:t>
          </a:r>
        </a:p>
      </dsp:txBody>
      <dsp:txXfrm>
        <a:off x="1779038" y="4547108"/>
        <a:ext cx="1617307" cy="970384"/>
      </dsp:txXfrm>
    </dsp:sp>
    <dsp:sp modelId="{2E177928-6BB0-724D-A4A4-40A076B76503}">
      <dsp:nvSpPr>
        <dsp:cNvPr id="0" name=""/>
        <dsp:cNvSpPr/>
      </dsp:nvSpPr>
      <dsp:spPr>
        <a:xfrm>
          <a:off x="3558076" y="4547108"/>
          <a:ext cx="1617307" cy="970384"/>
        </a:xfrm>
        <a:prstGeom prst="rect">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rtl="0">
            <a:lnSpc>
              <a:spcPct val="90000"/>
            </a:lnSpc>
            <a:spcBef>
              <a:spcPct val="0"/>
            </a:spcBef>
            <a:spcAft>
              <a:spcPct val="35000"/>
            </a:spcAft>
            <a:buNone/>
          </a:pPr>
          <a:r>
            <a:rPr lang="en-US" sz="1200" kern="1200" dirty="0"/>
            <a:t>Dashboard &amp; Analytics – Churn risk, MTTR, ARPU, usage heatmaps</a:t>
          </a:r>
          <a:r>
            <a:rPr lang="en-US" sz="1200" kern="1200" dirty="0">
              <a:latin typeface="Calibri"/>
            </a:rPr>
            <a:t>,  Regulatory Based Reporting</a:t>
          </a:r>
          <a:endParaRPr lang="en-US" sz="1200" kern="1200" dirty="0"/>
        </a:p>
      </dsp:txBody>
      <dsp:txXfrm>
        <a:off x="3558076" y="4547108"/>
        <a:ext cx="1617307" cy="97038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4918A1-BBF6-B04C-8377-FC9EAAEE3E89}">
      <dsp:nvSpPr>
        <dsp:cNvPr id="0" name=""/>
        <dsp:cNvSpPr/>
      </dsp:nvSpPr>
      <dsp:spPr>
        <a:xfrm>
          <a:off x="0" y="37020"/>
          <a:ext cx="5175384" cy="85995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 Wi-Fi signal drops, retry patterns, time-of-day metrics</a:t>
          </a:r>
        </a:p>
      </dsp:txBody>
      <dsp:txXfrm>
        <a:off x="41979" y="78999"/>
        <a:ext cx="5091426" cy="775992"/>
      </dsp:txXfrm>
    </dsp:sp>
    <dsp:sp modelId="{29115DA4-3BD0-DD45-A148-649C4A5A9043}">
      <dsp:nvSpPr>
        <dsp:cNvPr id="0" name=""/>
        <dsp:cNvSpPr/>
      </dsp:nvSpPr>
      <dsp:spPr>
        <a:xfrm>
          <a:off x="0" y="957450"/>
          <a:ext cx="5175384" cy="859950"/>
        </a:xfrm>
        <a:prstGeom prst="roundRect">
          <a:avLst/>
        </a:prstGeom>
        <a:solidFill>
          <a:schemeClr val="accent2">
            <a:hueOff val="936304"/>
            <a:satOff val="-1168"/>
            <a:lumOff val="27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 Device identity &amp; behavior (TVs, CCTV, laptops)</a:t>
          </a:r>
        </a:p>
      </dsp:txBody>
      <dsp:txXfrm>
        <a:off x="41979" y="999429"/>
        <a:ext cx="5091426" cy="775992"/>
      </dsp:txXfrm>
    </dsp:sp>
    <dsp:sp modelId="{4E4878F1-BDC7-CA41-910D-5F882EF3C4DD}">
      <dsp:nvSpPr>
        <dsp:cNvPr id="0" name=""/>
        <dsp:cNvSpPr/>
      </dsp:nvSpPr>
      <dsp:spPr>
        <a:xfrm>
          <a:off x="0" y="1877880"/>
          <a:ext cx="5175384" cy="859950"/>
        </a:xfrm>
        <a:prstGeom prst="roundRect">
          <a:avLst/>
        </a:prstGeom>
        <a:solidFill>
          <a:schemeClr val="accent2">
            <a:hueOff val="1872608"/>
            <a:satOff val="-2336"/>
            <a:lumOff val="54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 Usage-based upsell triggers (OTT spikes, work from home)</a:t>
          </a:r>
        </a:p>
      </dsp:txBody>
      <dsp:txXfrm>
        <a:off x="41979" y="1919859"/>
        <a:ext cx="5091426" cy="775992"/>
      </dsp:txXfrm>
    </dsp:sp>
    <dsp:sp modelId="{A3D1A2EA-EA46-8A4E-B3E8-7F0FE8C4DCD6}">
      <dsp:nvSpPr>
        <dsp:cNvPr id="0" name=""/>
        <dsp:cNvSpPr/>
      </dsp:nvSpPr>
      <dsp:spPr>
        <a:xfrm>
          <a:off x="0" y="2798310"/>
          <a:ext cx="5175384" cy="859950"/>
        </a:xfrm>
        <a:prstGeom prst="roundRect">
          <a:avLst/>
        </a:prstGeom>
        <a:solidFill>
          <a:schemeClr val="accent2">
            <a:hueOff val="2808912"/>
            <a:satOff val="-3503"/>
            <a:lumOff val="82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 Predict churn via retry loops, ticket frequency, downtime</a:t>
          </a:r>
        </a:p>
      </dsp:txBody>
      <dsp:txXfrm>
        <a:off x="41979" y="2840289"/>
        <a:ext cx="5091426" cy="775992"/>
      </dsp:txXfrm>
    </dsp:sp>
    <dsp:sp modelId="{637BC087-CED3-A64F-AA22-C6D9060DE2F6}">
      <dsp:nvSpPr>
        <dsp:cNvPr id="0" name=""/>
        <dsp:cNvSpPr/>
      </dsp:nvSpPr>
      <dsp:spPr>
        <a:xfrm>
          <a:off x="0" y="3718740"/>
          <a:ext cx="5175384" cy="859950"/>
        </a:xfrm>
        <a:prstGeom prst="roundRect">
          <a:avLst/>
        </a:prstGeom>
        <a:solidFill>
          <a:schemeClr val="accent2">
            <a:hueOff val="3745216"/>
            <a:satOff val="-4671"/>
            <a:lumOff val="109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 Consent-driven, scoped, DPI-free intelligence</a:t>
          </a:r>
        </a:p>
      </dsp:txBody>
      <dsp:txXfrm>
        <a:off x="41979" y="3760719"/>
        <a:ext cx="5091426" cy="775992"/>
      </dsp:txXfrm>
    </dsp:sp>
    <dsp:sp modelId="{1FCB19C2-C84C-1B4E-B08F-21DE9C00CF8C}">
      <dsp:nvSpPr>
        <dsp:cNvPr id="0" name=""/>
        <dsp:cNvSpPr/>
      </dsp:nvSpPr>
      <dsp:spPr>
        <a:xfrm>
          <a:off x="0" y="4639170"/>
          <a:ext cx="5175384" cy="859950"/>
        </a:xfrm>
        <a:prstGeom prst="roundRect">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rtl="0">
            <a:lnSpc>
              <a:spcPct val="90000"/>
            </a:lnSpc>
            <a:spcBef>
              <a:spcPct val="0"/>
            </a:spcBef>
            <a:spcAft>
              <a:spcPct val="35000"/>
            </a:spcAft>
            <a:buNone/>
          </a:pPr>
          <a:r>
            <a:rPr lang="en-US" sz="2100" kern="1200">
              <a:latin typeface="Calibri"/>
            </a:rPr>
            <a:t> ✔ Base for network slicing (on demand QOS)</a:t>
          </a:r>
        </a:p>
      </dsp:txBody>
      <dsp:txXfrm>
        <a:off x="41979" y="4681149"/>
        <a:ext cx="5091426" cy="7759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6C5F52-980D-B54B-97EF-86740EC2333B}">
      <dsp:nvSpPr>
        <dsp:cNvPr id="0" name=""/>
        <dsp:cNvSpPr/>
      </dsp:nvSpPr>
      <dsp:spPr>
        <a:xfrm>
          <a:off x="0" y="274935"/>
          <a:ext cx="4664319" cy="4664319"/>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0CE3FF-9FC0-2240-8AE8-14D1BF0494F6}">
      <dsp:nvSpPr>
        <dsp:cNvPr id="0" name=""/>
        <dsp:cNvSpPr/>
      </dsp:nvSpPr>
      <dsp:spPr>
        <a:xfrm>
          <a:off x="443110" y="718045"/>
          <a:ext cx="1819084" cy="1819084"/>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SaaS (Multi-tenant) – Fastest GTM, lowest infra cost</a:t>
          </a:r>
        </a:p>
      </dsp:txBody>
      <dsp:txXfrm>
        <a:off x="531910" y="806845"/>
        <a:ext cx="1641484" cy="1641484"/>
      </dsp:txXfrm>
    </dsp:sp>
    <dsp:sp modelId="{7B2E129C-D3D0-ED43-9B58-34DECA9AD386}">
      <dsp:nvSpPr>
        <dsp:cNvPr id="0" name=""/>
        <dsp:cNvSpPr/>
      </dsp:nvSpPr>
      <dsp:spPr>
        <a:xfrm>
          <a:off x="2402124" y="718045"/>
          <a:ext cx="1819084" cy="1819084"/>
        </a:xfrm>
        <a:prstGeom prst="roundRect">
          <a:avLst/>
        </a:prstGeom>
        <a:solidFill>
          <a:schemeClr val="accent2">
            <a:hueOff val="1560507"/>
            <a:satOff val="-1946"/>
            <a:lumOff val="4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On-Prem or Dedicated (Single-Tenant) Saas – For Telcos, Gov, Hotels</a:t>
          </a:r>
        </a:p>
      </dsp:txBody>
      <dsp:txXfrm>
        <a:off x="2490924" y="806845"/>
        <a:ext cx="1641484" cy="1641484"/>
      </dsp:txXfrm>
    </dsp:sp>
    <dsp:sp modelId="{1CAA7DEE-B436-5547-AD01-A81B4E2D3D07}">
      <dsp:nvSpPr>
        <dsp:cNvPr id="0" name=""/>
        <dsp:cNvSpPr/>
      </dsp:nvSpPr>
      <dsp:spPr>
        <a:xfrm>
          <a:off x="443110" y="2677059"/>
          <a:ext cx="1819084" cy="1819084"/>
        </a:xfrm>
        <a:prstGeom prst="roundRect">
          <a:avLst/>
        </a:prstGeom>
        <a:solidFill>
          <a:schemeClr val="accent2">
            <a:hueOff val="3121013"/>
            <a:satOff val="-3893"/>
            <a:lumOff val="9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Hybrid Edge-Core – Real-time at site, analytics in cloud</a:t>
          </a:r>
        </a:p>
      </dsp:txBody>
      <dsp:txXfrm>
        <a:off x="531910" y="2765859"/>
        <a:ext cx="1641484" cy="1641484"/>
      </dsp:txXfrm>
    </dsp:sp>
    <dsp:sp modelId="{0B84E06D-0DB4-B348-B541-832050DD6EF8}">
      <dsp:nvSpPr>
        <dsp:cNvPr id="0" name=""/>
        <dsp:cNvSpPr/>
      </dsp:nvSpPr>
      <dsp:spPr>
        <a:xfrm>
          <a:off x="2402124" y="2677059"/>
          <a:ext cx="1819084" cy="1819084"/>
        </a:xfrm>
        <a:prstGeom prst="roundRect">
          <a:avLst/>
        </a:prstGeom>
        <a:solidFill>
          <a:schemeClr val="accent2">
            <a:hueOff val="4681520"/>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a:t>Cloud agnostic design, compatible with Public Cloud (AWS, Azure, GCP, other cloud providers) or Private Cloud</a:t>
          </a:r>
        </a:p>
      </dsp:txBody>
      <dsp:txXfrm>
        <a:off x="2490924" y="2765859"/>
        <a:ext cx="1641484" cy="164148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79A86E-056A-C142-813D-70EA007C7BF0}">
      <dsp:nvSpPr>
        <dsp:cNvPr id="0" name=""/>
        <dsp:cNvSpPr/>
      </dsp:nvSpPr>
      <dsp:spPr>
        <a:xfrm>
          <a:off x="631" y="304203"/>
          <a:ext cx="2463866" cy="1478320"/>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Predictive SLA breach → preemptive ticket creation</a:t>
          </a:r>
        </a:p>
      </dsp:txBody>
      <dsp:txXfrm>
        <a:off x="631" y="304203"/>
        <a:ext cx="2463866" cy="1478320"/>
      </dsp:txXfrm>
    </dsp:sp>
    <dsp:sp modelId="{73D6B4E6-AAF2-B940-B2EA-A8669B5ECA58}">
      <dsp:nvSpPr>
        <dsp:cNvPr id="0" name=""/>
        <dsp:cNvSpPr/>
      </dsp:nvSpPr>
      <dsp:spPr>
        <a:xfrm>
          <a:off x="2710885" y="304203"/>
          <a:ext cx="2463866" cy="1478320"/>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Voice Bot L1 support → balance inquiry, reboot, troubleshooting</a:t>
          </a:r>
        </a:p>
      </dsp:txBody>
      <dsp:txXfrm>
        <a:off x="2710885" y="304203"/>
        <a:ext cx="2463866" cy="1478320"/>
      </dsp:txXfrm>
    </dsp:sp>
    <dsp:sp modelId="{6CFF4946-9873-4F48-B75E-73EC0C2E0094}">
      <dsp:nvSpPr>
        <dsp:cNvPr id="0" name=""/>
        <dsp:cNvSpPr/>
      </dsp:nvSpPr>
      <dsp:spPr>
        <a:xfrm>
          <a:off x="631" y="2028910"/>
          <a:ext cx="2463866" cy="1478320"/>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GIS-based dispatch routing → optimize field ops, reduce cost</a:t>
          </a:r>
          <a:r>
            <a:rPr lang="en-GB" sz="1900" kern="1200"/>
            <a:t>, Network Planning</a:t>
          </a:r>
          <a:endParaRPr lang="en-US" sz="1900" kern="1200"/>
        </a:p>
      </dsp:txBody>
      <dsp:txXfrm>
        <a:off x="631" y="2028910"/>
        <a:ext cx="2463866" cy="1478320"/>
      </dsp:txXfrm>
    </dsp:sp>
    <dsp:sp modelId="{C7D9D08B-DB06-E944-BEEA-35C8F2B6BA6A}">
      <dsp:nvSpPr>
        <dsp:cNvPr id="0" name=""/>
        <dsp:cNvSpPr/>
      </dsp:nvSpPr>
      <dsp:spPr>
        <a:xfrm>
          <a:off x="2710885" y="2028910"/>
          <a:ext cx="2463866" cy="1478320"/>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Self-Healing service triggers → restart, rebalance, reassign</a:t>
          </a:r>
        </a:p>
      </dsp:txBody>
      <dsp:txXfrm>
        <a:off x="2710885" y="2028910"/>
        <a:ext cx="2463866" cy="1478320"/>
      </dsp:txXfrm>
    </dsp:sp>
    <dsp:sp modelId="{A99F8319-DA32-9240-BE15-EB9282B766A2}">
      <dsp:nvSpPr>
        <dsp:cNvPr id="0" name=""/>
        <dsp:cNvSpPr/>
      </dsp:nvSpPr>
      <dsp:spPr>
        <a:xfrm>
          <a:off x="1355758" y="3753617"/>
          <a:ext cx="2463866" cy="1478320"/>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MCP Ready Interface</a:t>
          </a:r>
        </a:p>
      </dsp:txBody>
      <dsp:txXfrm>
        <a:off x="1355758" y="3753617"/>
        <a:ext cx="2463866" cy="147832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3F0BEA-DE27-4A1D-8760-39DA698CD8BE}">
      <dsp:nvSpPr>
        <dsp:cNvPr id="0" name=""/>
        <dsp:cNvSpPr/>
      </dsp:nvSpPr>
      <dsp:spPr>
        <a:xfrm>
          <a:off x="0" y="4170"/>
          <a:ext cx="4988440" cy="88840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480977-2084-4437-8296-4C71B3168F1E}">
      <dsp:nvSpPr>
        <dsp:cNvPr id="0" name=""/>
        <dsp:cNvSpPr/>
      </dsp:nvSpPr>
      <dsp:spPr>
        <a:xfrm>
          <a:off x="268742" y="204061"/>
          <a:ext cx="488622" cy="48862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187060A-5730-4342-98CA-601EC1178154}">
      <dsp:nvSpPr>
        <dsp:cNvPr id="0" name=""/>
        <dsp:cNvSpPr/>
      </dsp:nvSpPr>
      <dsp:spPr>
        <a:xfrm>
          <a:off x="1026106" y="4170"/>
          <a:ext cx="3962333" cy="8884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023" tIns="94023" rIns="94023" bIns="94023" numCol="1" spcCol="1270" anchor="ctr" anchorCtr="0">
          <a:noAutofit/>
        </a:bodyPr>
        <a:lstStyle/>
        <a:p>
          <a:pPr marL="0" lvl="0" indent="0" algn="l" defTabSz="711200">
            <a:lnSpc>
              <a:spcPct val="90000"/>
            </a:lnSpc>
            <a:spcBef>
              <a:spcPct val="0"/>
            </a:spcBef>
            <a:spcAft>
              <a:spcPct val="35000"/>
            </a:spcAft>
            <a:buNone/>
          </a:pPr>
          <a:r>
            <a:rPr lang="en-US" sz="1600" kern="1200" dirty="0"/>
            <a:t>FIDO2/</a:t>
          </a:r>
          <a:r>
            <a:rPr lang="en-US" sz="1600" kern="1200" dirty="0" err="1"/>
            <a:t>WebAuthn</a:t>
          </a:r>
          <a:r>
            <a:rPr lang="en-US" sz="1600" kern="1200" dirty="0"/>
            <a:t> login – password-less by default</a:t>
          </a:r>
        </a:p>
      </dsp:txBody>
      <dsp:txXfrm>
        <a:off x="1026106" y="4170"/>
        <a:ext cx="3962333" cy="888403"/>
      </dsp:txXfrm>
    </dsp:sp>
    <dsp:sp modelId="{8B3733A9-D97B-4C30-93C8-1F3E893BDD5E}">
      <dsp:nvSpPr>
        <dsp:cNvPr id="0" name=""/>
        <dsp:cNvSpPr/>
      </dsp:nvSpPr>
      <dsp:spPr>
        <a:xfrm>
          <a:off x="0" y="1114675"/>
          <a:ext cx="4988440" cy="88840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3C25C3-5ABD-48A8-834F-CD25739AC08C}">
      <dsp:nvSpPr>
        <dsp:cNvPr id="0" name=""/>
        <dsp:cNvSpPr/>
      </dsp:nvSpPr>
      <dsp:spPr>
        <a:xfrm>
          <a:off x="268742" y="1314566"/>
          <a:ext cx="488622" cy="48862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3BAEF4-FD04-4390-8511-DEE21DCF0211}">
      <dsp:nvSpPr>
        <dsp:cNvPr id="0" name=""/>
        <dsp:cNvSpPr/>
      </dsp:nvSpPr>
      <dsp:spPr>
        <a:xfrm>
          <a:off x="1026106" y="1114675"/>
          <a:ext cx="3962333" cy="8884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023" tIns="94023" rIns="94023" bIns="94023" numCol="1" spcCol="1270" anchor="ctr" anchorCtr="0">
          <a:noAutofit/>
        </a:bodyPr>
        <a:lstStyle/>
        <a:p>
          <a:pPr marL="0" lvl="0" indent="0" algn="l" defTabSz="711200">
            <a:lnSpc>
              <a:spcPct val="90000"/>
            </a:lnSpc>
            <a:spcBef>
              <a:spcPct val="0"/>
            </a:spcBef>
            <a:spcAft>
              <a:spcPct val="35000"/>
            </a:spcAft>
            <a:buNone/>
          </a:pPr>
          <a:r>
            <a:rPr lang="en-US" sz="1600" kern="1200"/>
            <a:t>All data domain-scoped, encrypted in motion &amp; rest</a:t>
          </a:r>
        </a:p>
      </dsp:txBody>
      <dsp:txXfrm>
        <a:off x="1026106" y="1114675"/>
        <a:ext cx="3962333" cy="888403"/>
      </dsp:txXfrm>
    </dsp:sp>
    <dsp:sp modelId="{9F9D7790-9A2D-4D67-ACE8-C4D242AC656C}">
      <dsp:nvSpPr>
        <dsp:cNvPr id="0" name=""/>
        <dsp:cNvSpPr/>
      </dsp:nvSpPr>
      <dsp:spPr>
        <a:xfrm>
          <a:off x="0" y="2225180"/>
          <a:ext cx="4988440" cy="88840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0001DAE-CF16-49CF-93BD-688A2901DB1B}">
      <dsp:nvSpPr>
        <dsp:cNvPr id="0" name=""/>
        <dsp:cNvSpPr/>
      </dsp:nvSpPr>
      <dsp:spPr>
        <a:xfrm>
          <a:off x="268742" y="2425070"/>
          <a:ext cx="488622" cy="488622"/>
        </a:xfrm>
        <a:prstGeom prst="rect">
          <a:avLst/>
        </a:prstGeom>
        <a:blipFill>
          <a:blip xmlns:r="http://schemas.openxmlformats.org/officeDocument/2006/relationships" r:embed="rId5"/>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1D90976-81F8-468D-9ADB-19D923D25BA9}">
      <dsp:nvSpPr>
        <dsp:cNvPr id="0" name=""/>
        <dsp:cNvSpPr/>
      </dsp:nvSpPr>
      <dsp:spPr>
        <a:xfrm>
          <a:off x="1026106" y="2225180"/>
          <a:ext cx="3962333" cy="8884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023" tIns="94023" rIns="94023" bIns="94023" numCol="1" spcCol="1270" anchor="ctr" anchorCtr="0">
          <a:noAutofit/>
        </a:bodyPr>
        <a:lstStyle/>
        <a:p>
          <a:pPr marL="0" lvl="0" indent="0" algn="l" defTabSz="711200">
            <a:lnSpc>
              <a:spcPct val="90000"/>
            </a:lnSpc>
            <a:spcBef>
              <a:spcPct val="0"/>
            </a:spcBef>
            <a:spcAft>
              <a:spcPct val="35000"/>
            </a:spcAft>
            <a:buNone/>
          </a:pPr>
          <a:r>
            <a:rPr lang="en-US" sz="1600" kern="1200" dirty="0"/>
            <a:t>Audit log across modules: who, what, when, why, from where</a:t>
          </a:r>
        </a:p>
      </dsp:txBody>
      <dsp:txXfrm>
        <a:off x="1026106" y="2225180"/>
        <a:ext cx="3962333" cy="888403"/>
      </dsp:txXfrm>
    </dsp:sp>
    <dsp:sp modelId="{10187E5F-C897-4FD9-A79B-D082C06C1E96}">
      <dsp:nvSpPr>
        <dsp:cNvPr id="0" name=""/>
        <dsp:cNvSpPr/>
      </dsp:nvSpPr>
      <dsp:spPr>
        <a:xfrm>
          <a:off x="0" y="3335684"/>
          <a:ext cx="4988440" cy="88840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BC89F9-DE28-4595-89B4-3E21B77743DA}">
      <dsp:nvSpPr>
        <dsp:cNvPr id="0" name=""/>
        <dsp:cNvSpPr/>
      </dsp:nvSpPr>
      <dsp:spPr>
        <a:xfrm>
          <a:off x="268742" y="3535575"/>
          <a:ext cx="488622" cy="488622"/>
        </a:xfrm>
        <a:prstGeom prst="rect">
          <a:avLst/>
        </a:prstGeom>
        <a:blipFill dpi="0" rotWithShape="1">
          <a:blip xmlns:r="http://schemas.openxmlformats.org/officeDocument/2006/relationships" r:embed="rId6"/>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FB3FC86-F8A6-4858-BFE2-12DB18C374C9}">
      <dsp:nvSpPr>
        <dsp:cNvPr id="0" name=""/>
        <dsp:cNvSpPr/>
      </dsp:nvSpPr>
      <dsp:spPr>
        <a:xfrm>
          <a:off x="1026106" y="3335684"/>
          <a:ext cx="3962333" cy="8884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023" tIns="94023" rIns="94023" bIns="94023" numCol="1" spcCol="1270" anchor="ctr" anchorCtr="0">
          <a:noAutofit/>
        </a:bodyPr>
        <a:lstStyle/>
        <a:p>
          <a:pPr marL="0" lvl="0" indent="0" algn="l" defTabSz="711200">
            <a:lnSpc>
              <a:spcPct val="90000"/>
            </a:lnSpc>
            <a:spcBef>
              <a:spcPct val="0"/>
            </a:spcBef>
            <a:spcAft>
              <a:spcPct val="35000"/>
            </a:spcAft>
            <a:buNone/>
          </a:pPr>
          <a:r>
            <a:rPr lang="en-US" sz="1600" kern="1200" dirty="0"/>
            <a:t>Built-in compliance: Regulatory, GDPR, HIPAA, DPDP, CCPA-ready</a:t>
          </a:r>
        </a:p>
      </dsp:txBody>
      <dsp:txXfrm>
        <a:off x="1026106" y="3335684"/>
        <a:ext cx="3962333" cy="888403"/>
      </dsp:txXfrm>
    </dsp:sp>
    <dsp:sp modelId="{58DD90CE-F0D2-4B0B-B189-915CFA75D1E4}">
      <dsp:nvSpPr>
        <dsp:cNvPr id="0" name=""/>
        <dsp:cNvSpPr/>
      </dsp:nvSpPr>
      <dsp:spPr>
        <a:xfrm>
          <a:off x="0" y="4446189"/>
          <a:ext cx="4988440" cy="888403"/>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383E4A-FA14-4ED7-8AFC-867DD31D8C7F}">
      <dsp:nvSpPr>
        <dsp:cNvPr id="0" name=""/>
        <dsp:cNvSpPr/>
      </dsp:nvSpPr>
      <dsp:spPr>
        <a:xfrm>
          <a:off x="268742" y="4646080"/>
          <a:ext cx="488622" cy="48862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6F7AF80-B2BD-4009-A39A-8DB3C458DE97}">
      <dsp:nvSpPr>
        <dsp:cNvPr id="0" name=""/>
        <dsp:cNvSpPr/>
      </dsp:nvSpPr>
      <dsp:spPr>
        <a:xfrm>
          <a:off x="1026106" y="4446189"/>
          <a:ext cx="3962333" cy="8884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023" tIns="94023" rIns="94023" bIns="94023" numCol="1" spcCol="1270" anchor="ctr" anchorCtr="0">
          <a:noAutofit/>
        </a:bodyPr>
        <a:lstStyle/>
        <a:p>
          <a:pPr marL="0" lvl="0" indent="0" algn="l" defTabSz="711200">
            <a:lnSpc>
              <a:spcPct val="90000"/>
            </a:lnSpc>
            <a:spcBef>
              <a:spcPct val="0"/>
            </a:spcBef>
            <a:spcAft>
              <a:spcPct val="35000"/>
            </a:spcAft>
            <a:buNone/>
          </a:pPr>
          <a:r>
            <a:rPr lang="en-US" sz="1600" kern="1200"/>
            <a:t>Self-hosted, hybrid, or air-gapped deployment support (flexibility to choose what to deploy where)</a:t>
          </a:r>
        </a:p>
      </dsp:txBody>
      <dsp:txXfrm>
        <a:off x="1026106" y="4446189"/>
        <a:ext cx="3962333" cy="88840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662AA8-A306-4A88-BAB9-B0E26E13996D}">
      <dsp:nvSpPr>
        <dsp:cNvPr id="0" name=""/>
        <dsp:cNvSpPr/>
      </dsp:nvSpPr>
      <dsp:spPr>
        <a:xfrm>
          <a:off x="422063" y="298015"/>
          <a:ext cx="1200937" cy="120093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FCAAE5-60AE-4B00-A8DD-3B63D99E3E7B}">
      <dsp:nvSpPr>
        <dsp:cNvPr id="0" name=""/>
        <dsp:cNvSpPr/>
      </dsp:nvSpPr>
      <dsp:spPr>
        <a:xfrm>
          <a:off x="678001" y="553953"/>
          <a:ext cx="689062" cy="6890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69F8505-BACF-4895-93F4-C2027C79090C}">
      <dsp:nvSpPr>
        <dsp:cNvPr id="0" name=""/>
        <dsp:cNvSpPr/>
      </dsp:nvSpPr>
      <dsp:spPr>
        <a:xfrm>
          <a:off x="38157" y="1873015"/>
          <a:ext cx="19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Ready to modernize network operations?</a:t>
          </a:r>
        </a:p>
      </dsp:txBody>
      <dsp:txXfrm>
        <a:off x="38157" y="1873015"/>
        <a:ext cx="1968750" cy="720000"/>
      </dsp:txXfrm>
    </dsp:sp>
    <dsp:sp modelId="{129CEBC9-AFB1-4D98-8783-619A9EBEDDD0}">
      <dsp:nvSpPr>
        <dsp:cNvPr id="0" name=""/>
        <dsp:cNvSpPr/>
      </dsp:nvSpPr>
      <dsp:spPr>
        <a:xfrm>
          <a:off x="2735344" y="298015"/>
          <a:ext cx="1200937" cy="120093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EC4E66E-61BF-421A-8551-ECAE117C326A}">
      <dsp:nvSpPr>
        <dsp:cNvPr id="0" name=""/>
        <dsp:cNvSpPr/>
      </dsp:nvSpPr>
      <dsp:spPr>
        <a:xfrm>
          <a:off x="2991282" y="553953"/>
          <a:ext cx="689062" cy="6890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8D4E2CB-8946-4FB5-AAD2-4A4BFD360355}">
      <dsp:nvSpPr>
        <dsp:cNvPr id="0" name=""/>
        <dsp:cNvSpPr/>
      </dsp:nvSpPr>
      <dsp:spPr>
        <a:xfrm>
          <a:off x="2351438" y="1873015"/>
          <a:ext cx="19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Let’s build intelligent platforms that simplify complex processes together.</a:t>
          </a:r>
        </a:p>
      </dsp:txBody>
      <dsp:txXfrm>
        <a:off x="2351438" y="1873015"/>
        <a:ext cx="1968750" cy="720000"/>
      </dsp:txXfrm>
    </dsp:sp>
    <dsp:sp modelId="{9031BE96-558A-45BF-9F57-6862C51FD7BA}">
      <dsp:nvSpPr>
        <dsp:cNvPr id="0" name=""/>
        <dsp:cNvSpPr/>
      </dsp:nvSpPr>
      <dsp:spPr>
        <a:xfrm>
          <a:off x="1578704" y="3085203"/>
          <a:ext cx="1200937" cy="1200937"/>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AC8B150-B6FD-48C4-993D-C071CA818EF1}">
      <dsp:nvSpPr>
        <dsp:cNvPr id="0" name=""/>
        <dsp:cNvSpPr/>
      </dsp:nvSpPr>
      <dsp:spPr>
        <a:xfrm>
          <a:off x="1834641" y="3341140"/>
          <a:ext cx="689062" cy="6890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F0F2FC2-70D6-47EF-9D7A-950A841FC9FC}">
      <dsp:nvSpPr>
        <dsp:cNvPr id="0" name=""/>
        <dsp:cNvSpPr/>
      </dsp:nvSpPr>
      <dsp:spPr>
        <a:xfrm>
          <a:off x="1194798" y="4660203"/>
          <a:ext cx="196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Say hello@i9network.com</a:t>
          </a:r>
        </a:p>
      </dsp:txBody>
      <dsp:txXfrm>
        <a:off x="1194798" y="4660203"/>
        <a:ext cx="1968750" cy="72000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545C17-01A7-754E-8406-58C17656F7D5}" type="datetimeFigureOut">
              <a:rPr lang="en-US" smtClean="0"/>
              <a:t>7/17/25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DD98FE-822B-4A46-9061-1B36E5A5CE52}" type="slidenum">
              <a:rPr lang="en-US" smtClean="0"/>
              <a:t>‹#›</a:t>
            </a:fld>
            <a:endParaRPr lang="en-US"/>
          </a:p>
        </p:txBody>
      </p:sp>
    </p:spTree>
    <p:extLst>
      <p:ext uri="{BB962C8B-B14F-4D97-AF65-F5344CB8AC3E}">
        <p14:creationId xmlns:p14="http://schemas.microsoft.com/office/powerpoint/2010/main" val="29549462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FDD98FE-822B-4A46-9061-1B36E5A5CE52}" type="slidenum">
              <a:rPr lang="en-US" smtClean="0"/>
              <a:t>3</a:t>
            </a:fld>
            <a:endParaRPr lang="en-US"/>
          </a:p>
        </p:txBody>
      </p:sp>
    </p:spTree>
    <p:extLst>
      <p:ext uri="{BB962C8B-B14F-4D97-AF65-F5344CB8AC3E}">
        <p14:creationId xmlns:p14="http://schemas.microsoft.com/office/powerpoint/2010/main" val="11547114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presents a new platform component focusing on a workflow engine that utilizes Event-Driven Architecture (EDA). By implementing this technology, the workflow engine can respond immediately to business events, allowing for highly responsive and tailored workflows. This capability not only boosts efficiency but also supports dynamic adjustments in real time, making it ideal for businesses that need to pivot quickly based on operational changes.</a:t>
            </a:r>
          </a:p>
        </p:txBody>
      </p:sp>
      <p:sp>
        <p:nvSpPr>
          <p:cNvPr id="4" name="Slide Number Placeholder 3"/>
          <p:cNvSpPr>
            <a:spLocks noGrp="1"/>
          </p:cNvSpPr>
          <p:nvPr>
            <p:ph type="sldNum" sz="quarter" idx="5"/>
          </p:nvPr>
        </p:nvSpPr>
        <p:spPr/>
        <p:txBody>
          <a:bodyPr/>
          <a:lstStyle/>
          <a:p>
            <a:fld id="{79810025-69CD-1E47-A486-CAA6B77E5590}" type="slidenum">
              <a:rPr lang="en-US" smtClean="0"/>
              <a:t>5</a:t>
            </a:fld>
            <a:endParaRPr lang="en-US"/>
          </a:p>
        </p:txBody>
      </p:sp>
    </p:spTree>
    <p:extLst>
      <p:ext uri="{BB962C8B-B14F-4D97-AF65-F5344CB8AC3E}">
        <p14:creationId xmlns:p14="http://schemas.microsoft.com/office/powerpoint/2010/main" val="4024901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Eliminate Human handling at L1 </a:t>
            </a:r>
          </a:p>
          <a:p>
            <a:r>
              <a:rPr lang="en-US" dirty="0"/>
              <a:t>L0 -&gt; AI &gt; L2</a:t>
            </a:r>
          </a:p>
          <a:p>
            <a:r>
              <a:rPr lang="en-US" dirty="0"/>
              <a:t>Omni Channel Support for L1 </a:t>
            </a:r>
          </a:p>
          <a:p>
            <a:endParaRPr lang="en-US" dirty="0"/>
          </a:p>
        </p:txBody>
      </p:sp>
      <p:sp>
        <p:nvSpPr>
          <p:cNvPr id="4" name="Slide Number Placeholder 3"/>
          <p:cNvSpPr>
            <a:spLocks noGrp="1"/>
          </p:cNvSpPr>
          <p:nvPr>
            <p:ph type="sldNum" sz="quarter" idx="5"/>
          </p:nvPr>
        </p:nvSpPr>
        <p:spPr/>
        <p:txBody>
          <a:bodyPr/>
          <a:lstStyle/>
          <a:p>
            <a:fld id="{8FDD98FE-822B-4A46-9061-1B36E5A5CE52}" type="slidenum">
              <a:rPr lang="en-US" smtClean="0"/>
              <a:t>9</a:t>
            </a:fld>
            <a:endParaRPr lang="en-US"/>
          </a:p>
        </p:txBody>
      </p:sp>
    </p:spTree>
    <p:extLst>
      <p:ext uri="{BB962C8B-B14F-4D97-AF65-F5344CB8AC3E}">
        <p14:creationId xmlns:p14="http://schemas.microsoft.com/office/powerpoint/2010/main" val="15213983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7/17/25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973321" y="640080"/>
            <a:ext cx="4688333" cy="3566160"/>
          </a:xfrm>
        </p:spPr>
        <p:txBody>
          <a:bodyPr anchor="b">
            <a:normAutofit fontScale="90000"/>
          </a:bodyPr>
          <a:lstStyle/>
          <a:p>
            <a:pPr algn="l"/>
            <a:r>
              <a:rPr lang="en-US" sz="4700" dirty="0">
                <a:latin typeface="Aptos" panose="020B0004020202020204" pitchFamily="34" charset="0"/>
              </a:rPr>
              <a:t>i9 NetSuite Pro Platform Features &amp; Technical Insights</a:t>
            </a:r>
          </a:p>
        </p:txBody>
      </p:sp>
      <p:sp>
        <p:nvSpPr>
          <p:cNvPr id="3" name="Subtitle 2"/>
          <p:cNvSpPr>
            <a:spLocks noGrp="1"/>
          </p:cNvSpPr>
          <p:nvPr>
            <p:ph type="subTitle" idx="1"/>
          </p:nvPr>
        </p:nvSpPr>
        <p:spPr>
          <a:xfrm>
            <a:off x="3973320" y="4636008"/>
            <a:ext cx="4688333" cy="1572768"/>
          </a:xfrm>
        </p:spPr>
        <p:txBody>
          <a:bodyPr>
            <a:normAutofit fontScale="92500"/>
          </a:bodyPr>
          <a:lstStyle/>
          <a:p>
            <a:pPr algn="l">
              <a:lnSpc>
                <a:spcPct val="90000"/>
              </a:lnSpc>
            </a:pPr>
            <a:r>
              <a:rPr lang="en-US" sz="2200" dirty="0">
                <a:latin typeface="Aptos" panose="020B0004020202020204" pitchFamily="34" charset="0"/>
              </a:rPr>
              <a:t>"Inspired Intelligence Inside"</a:t>
            </a:r>
          </a:p>
          <a:p>
            <a:pPr algn="l">
              <a:lnSpc>
                <a:spcPct val="90000"/>
              </a:lnSpc>
            </a:pPr>
            <a:r>
              <a:rPr lang="en-US" sz="2200" dirty="0">
                <a:latin typeface="Aptos" panose="020B0004020202020204" pitchFamily="34" charset="0"/>
              </a:rPr>
              <a:t>Powering Real-Time, Predictive Customer Journeys for ISPs &amp; Beyond.</a:t>
            </a:r>
          </a:p>
          <a:p>
            <a:pPr algn="l">
              <a:lnSpc>
                <a:spcPct val="90000"/>
              </a:lnSpc>
            </a:pPr>
            <a:r>
              <a:rPr lang="en-US" sz="2200" dirty="0">
                <a:latin typeface="Aptos" panose="020B0004020202020204" pitchFamily="34" charset="0"/>
              </a:rPr>
              <a:t>July 2025</a:t>
            </a:r>
          </a:p>
        </p:txBody>
      </p:sp>
      <p:pic>
        <p:nvPicPr>
          <p:cNvPr id="5" name="Picture 4">
            <a:extLst>
              <a:ext uri="{FF2B5EF4-FFF2-40B4-BE49-F238E27FC236}">
                <a16:creationId xmlns:a16="http://schemas.microsoft.com/office/drawing/2014/main" id="{8EA89B55-9D56-FC21-EA47-F38DD8BCE254}"/>
              </a:ext>
            </a:extLst>
          </p:cNvPr>
          <p:cNvPicPr>
            <a:picLocks noChangeAspect="1"/>
          </p:cNvPicPr>
          <p:nvPr/>
        </p:nvPicPr>
        <p:blipFill>
          <a:blip r:embed="rId2"/>
          <a:srcRect l="9764" r="61586"/>
          <a:stretch>
            <a:fillRect/>
          </a:stretch>
        </p:blipFill>
        <p:spPr>
          <a:xfrm>
            <a:off x="20" y="10"/>
            <a:ext cx="3492988" cy="6857990"/>
          </a:xfrm>
          <a:custGeom>
            <a:avLst/>
            <a:gdLst/>
            <a:ahLst/>
            <a:cxnLst/>
            <a:rect l="l" t="t" r="r" b="b"/>
            <a:pathLst>
              <a:path w="4657344" h="6858000">
                <a:moveTo>
                  <a:pt x="0" y="0"/>
                </a:moveTo>
                <a:lnTo>
                  <a:pt x="3429755" y="0"/>
                </a:lnTo>
                <a:lnTo>
                  <a:pt x="3526016" y="148742"/>
                </a:lnTo>
                <a:cubicBezTo>
                  <a:pt x="3657740" y="365513"/>
                  <a:pt x="3777402" y="589569"/>
                  <a:pt x="3886489" y="819975"/>
                </a:cubicBezTo>
                <a:cubicBezTo>
                  <a:pt x="3891856" y="833492"/>
                  <a:pt x="3900663" y="845393"/>
                  <a:pt x="3912049" y="854514"/>
                </a:cubicBezTo>
                <a:cubicBezTo>
                  <a:pt x="3897352" y="819849"/>
                  <a:pt x="3883037" y="784928"/>
                  <a:pt x="3868083" y="750263"/>
                </a:cubicBezTo>
                <a:cubicBezTo>
                  <a:pt x="3806989" y="608712"/>
                  <a:pt x="3742478" y="469145"/>
                  <a:pt x="3674155" y="331786"/>
                </a:cubicBezTo>
                <a:lnTo>
                  <a:pt x="3496656" y="0"/>
                </a:lnTo>
                <a:lnTo>
                  <a:pt x="3554371" y="0"/>
                </a:lnTo>
                <a:lnTo>
                  <a:pt x="3661621" y="196614"/>
                </a:lnTo>
                <a:cubicBezTo>
                  <a:pt x="3856899" y="573253"/>
                  <a:pt x="4021071" y="966066"/>
                  <a:pt x="4161279" y="1371196"/>
                </a:cubicBezTo>
                <a:cubicBezTo>
                  <a:pt x="4379525" y="2007265"/>
                  <a:pt x="4530141" y="2664286"/>
                  <a:pt x="4610660" y="3331516"/>
                </a:cubicBezTo>
                <a:cubicBezTo>
                  <a:pt x="4652837" y="3672965"/>
                  <a:pt x="4671625" y="4013908"/>
                  <a:pt x="4645040" y="4357388"/>
                </a:cubicBezTo>
                <a:cubicBezTo>
                  <a:pt x="4613599" y="4758899"/>
                  <a:pt x="4566181" y="5157998"/>
                  <a:pt x="4485789" y="5552906"/>
                </a:cubicBezTo>
                <a:cubicBezTo>
                  <a:pt x="4397121" y="5988893"/>
                  <a:pt x="4276748" y="6414594"/>
                  <a:pt x="4117769" y="6828295"/>
                </a:cubicBezTo>
                <a:lnTo>
                  <a:pt x="4105288" y="6858000"/>
                </a:lnTo>
                <a:lnTo>
                  <a:pt x="4052520" y="6858000"/>
                </a:lnTo>
                <a:lnTo>
                  <a:pt x="4059369" y="6841549"/>
                </a:lnTo>
                <a:cubicBezTo>
                  <a:pt x="4147276" y="6614016"/>
                  <a:pt x="4224193" y="6380817"/>
                  <a:pt x="4291518" y="6142729"/>
                </a:cubicBezTo>
                <a:cubicBezTo>
                  <a:pt x="4350055" y="5935370"/>
                  <a:pt x="4393256" y="5723695"/>
                  <a:pt x="4443357" y="5513923"/>
                </a:cubicBezTo>
                <a:cubicBezTo>
                  <a:pt x="4444541" y="5502788"/>
                  <a:pt x="4445137" y="5491601"/>
                  <a:pt x="4445146" y="5480401"/>
                </a:cubicBezTo>
                <a:cubicBezTo>
                  <a:pt x="4408465" y="5607635"/>
                  <a:pt x="4379196" y="5719759"/>
                  <a:pt x="4344559" y="5830359"/>
                </a:cubicBezTo>
                <a:cubicBezTo>
                  <a:pt x="4254261" y="6118381"/>
                  <a:pt x="4150112" y="6398531"/>
                  <a:pt x="4031702" y="6670527"/>
                </a:cubicBezTo>
                <a:lnTo>
                  <a:pt x="3943824" y="6858000"/>
                </a:lnTo>
                <a:lnTo>
                  <a:pt x="0" y="6858000"/>
                </a:lnTo>
                <a:close/>
              </a:path>
            </a:pathLst>
          </a:custGeom>
        </p:spPr>
      </p:pic>
      <p:sp>
        <p:nvSpPr>
          <p:cNvPr id="11"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646" y="4409267"/>
            <a:ext cx="3182692" cy="18288"/>
          </a:xfrm>
          <a:custGeom>
            <a:avLst/>
            <a:gdLst>
              <a:gd name="connsiteX0" fmla="*/ 0 w 3182692"/>
              <a:gd name="connsiteY0" fmla="*/ 0 h 18288"/>
              <a:gd name="connsiteX1" fmla="*/ 604711 w 3182692"/>
              <a:gd name="connsiteY1" fmla="*/ 0 h 18288"/>
              <a:gd name="connsiteX2" fmla="*/ 1241250 w 3182692"/>
              <a:gd name="connsiteY2" fmla="*/ 0 h 18288"/>
              <a:gd name="connsiteX3" fmla="*/ 1909615 w 3182692"/>
              <a:gd name="connsiteY3" fmla="*/ 0 h 18288"/>
              <a:gd name="connsiteX4" fmla="*/ 2577981 w 3182692"/>
              <a:gd name="connsiteY4" fmla="*/ 0 h 18288"/>
              <a:gd name="connsiteX5" fmla="*/ 3182692 w 3182692"/>
              <a:gd name="connsiteY5" fmla="*/ 0 h 18288"/>
              <a:gd name="connsiteX6" fmla="*/ 3182692 w 3182692"/>
              <a:gd name="connsiteY6" fmla="*/ 18288 h 18288"/>
              <a:gd name="connsiteX7" fmla="*/ 2482500 w 3182692"/>
              <a:gd name="connsiteY7" fmla="*/ 18288 h 18288"/>
              <a:gd name="connsiteX8" fmla="*/ 1782308 w 3182692"/>
              <a:gd name="connsiteY8" fmla="*/ 18288 h 18288"/>
              <a:gd name="connsiteX9" fmla="*/ 1145769 w 3182692"/>
              <a:gd name="connsiteY9" fmla="*/ 18288 h 18288"/>
              <a:gd name="connsiteX10" fmla="*/ 0 w 3182692"/>
              <a:gd name="connsiteY10" fmla="*/ 18288 h 18288"/>
              <a:gd name="connsiteX11" fmla="*/ 0 w 3182692"/>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2692" h="18288" fill="none" extrusionOk="0">
                <a:moveTo>
                  <a:pt x="0" y="0"/>
                </a:moveTo>
                <a:cubicBezTo>
                  <a:pt x="126686" y="-21366"/>
                  <a:pt x="467788" y="9025"/>
                  <a:pt x="604711" y="0"/>
                </a:cubicBezTo>
                <a:cubicBezTo>
                  <a:pt x="741634" y="-9025"/>
                  <a:pt x="1061620" y="6814"/>
                  <a:pt x="1241250" y="0"/>
                </a:cubicBezTo>
                <a:cubicBezTo>
                  <a:pt x="1420880" y="-6814"/>
                  <a:pt x="1713773" y="13383"/>
                  <a:pt x="1909615" y="0"/>
                </a:cubicBezTo>
                <a:cubicBezTo>
                  <a:pt x="2105457" y="-13383"/>
                  <a:pt x="2257256" y="13567"/>
                  <a:pt x="2577981" y="0"/>
                </a:cubicBezTo>
                <a:cubicBezTo>
                  <a:pt x="2898706" y="-13567"/>
                  <a:pt x="3026063" y="6328"/>
                  <a:pt x="3182692" y="0"/>
                </a:cubicBezTo>
                <a:cubicBezTo>
                  <a:pt x="3181983" y="8157"/>
                  <a:pt x="3182279" y="12125"/>
                  <a:pt x="3182692" y="18288"/>
                </a:cubicBezTo>
                <a:cubicBezTo>
                  <a:pt x="2998421" y="21742"/>
                  <a:pt x="2675038" y="19014"/>
                  <a:pt x="2482500" y="18288"/>
                </a:cubicBezTo>
                <a:cubicBezTo>
                  <a:pt x="2289962" y="17562"/>
                  <a:pt x="1930644" y="6834"/>
                  <a:pt x="1782308" y="18288"/>
                </a:cubicBezTo>
                <a:cubicBezTo>
                  <a:pt x="1633972" y="29742"/>
                  <a:pt x="1287388" y="-1992"/>
                  <a:pt x="1145769" y="18288"/>
                </a:cubicBezTo>
                <a:cubicBezTo>
                  <a:pt x="1004150" y="38568"/>
                  <a:pt x="256377" y="-37438"/>
                  <a:pt x="0" y="18288"/>
                </a:cubicBezTo>
                <a:cubicBezTo>
                  <a:pt x="-46" y="12483"/>
                  <a:pt x="-203" y="6491"/>
                  <a:pt x="0" y="0"/>
                </a:cubicBezTo>
                <a:close/>
              </a:path>
              <a:path w="3182692" h="18288" stroke="0" extrusionOk="0">
                <a:moveTo>
                  <a:pt x="0" y="0"/>
                </a:moveTo>
                <a:cubicBezTo>
                  <a:pt x="283446" y="18201"/>
                  <a:pt x="432812" y="7290"/>
                  <a:pt x="604711" y="0"/>
                </a:cubicBezTo>
                <a:cubicBezTo>
                  <a:pt x="776610" y="-7290"/>
                  <a:pt x="982253" y="15478"/>
                  <a:pt x="1145769" y="0"/>
                </a:cubicBezTo>
                <a:cubicBezTo>
                  <a:pt x="1309285" y="-15478"/>
                  <a:pt x="1514247" y="-25520"/>
                  <a:pt x="1845961" y="0"/>
                </a:cubicBezTo>
                <a:cubicBezTo>
                  <a:pt x="2177675" y="25520"/>
                  <a:pt x="2297588" y="16646"/>
                  <a:pt x="2450673" y="0"/>
                </a:cubicBezTo>
                <a:cubicBezTo>
                  <a:pt x="2603758" y="-16646"/>
                  <a:pt x="3023048" y="-21196"/>
                  <a:pt x="3182692" y="0"/>
                </a:cubicBezTo>
                <a:cubicBezTo>
                  <a:pt x="3182428" y="4493"/>
                  <a:pt x="3183076" y="9472"/>
                  <a:pt x="3182692" y="18288"/>
                </a:cubicBezTo>
                <a:cubicBezTo>
                  <a:pt x="3039109" y="-12701"/>
                  <a:pt x="2823860" y="13848"/>
                  <a:pt x="2546154" y="18288"/>
                </a:cubicBezTo>
                <a:cubicBezTo>
                  <a:pt x="2268448" y="22728"/>
                  <a:pt x="2098674" y="5291"/>
                  <a:pt x="1845961" y="18288"/>
                </a:cubicBezTo>
                <a:cubicBezTo>
                  <a:pt x="1593248" y="31285"/>
                  <a:pt x="1456743" y="27560"/>
                  <a:pt x="1304904" y="18288"/>
                </a:cubicBezTo>
                <a:cubicBezTo>
                  <a:pt x="1153065" y="9016"/>
                  <a:pt x="947204" y="11126"/>
                  <a:pt x="668365" y="18288"/>
                </a:cubicBezTo>
                <a:cubicBezTo>
                  <a:pt x="389526" y="25450"/>
                  <a:pt x="288244" y="-4628"/>
                  <a:pt x="0" y="18288"/>
                </a:cubicBezTo>
                <a:cubicBezTo>
                  <a:pt x="843" y="9577"/>
                  <a:pt x="371" y="6900"/>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5409" y="1011045"/>
            <a:ext cx="3277394"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AE609E-0EAB-E7A1-9400-D8A1E4FF6D58}"/>
              </a:ext>
            </a:extLst>
          </p:cNvPr>
          <p:cNvSpPr>
            <a:spLocks noGrp="1"/>
          </p:cNvSpPr>
          <p:nvPr>
            <p:ph type="title"/>
          </p:nvPr>
        </p:nvSpPr>
        <p:spPr>
          <a:xfrm>
            <a:off x="717619" y="1112969"/>
            <a:ext cx="2952974" cy="4166010"/>
          </a:xfrm>
        </p:spPr>
        <p:txBody>
          <a:bodyPr>
            <a:normAutofit/>
          </a:bodyPr>
          <a:lstStyle/>
          <a:p>
            <a:r>
              <a:rPr lang="en-US">
                <a:solidFill>
                  <a:srgbClr val="FFFFFF"/>
                </a:solidFill>
              </a:rPr>
              <a:t>Problem Statement </a:t>
            </a:r>
          </a:p>
        </p:txBody>
      </p:sp>
      <p:sp>
        <p:nvSpPr>
          <p:cNvPr id="12" name="Freeform: Shape 11">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7896" y="0"/>
            <a:ext cx="866357"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Shape 13">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971133" y="-1"/>
            <a:ext cx="130305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19805"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Content Placeholder 2">
            <a:extLst>
              <a:ext uri="{FF2B5EF4-FFF2-40B4-BE49-F238E27FC236}">
                <a16:creationId xmlns:a16="http://schemas.microsoft.com/office/drawing/2014/main" id="{4AAF1C90-A03E-528F-29EE-6EA57F8356E6}"/>
              </a:ext>
            </a:extLst>
          </p:cNvPr>
          <p:cNvSpPr>
            <a:spLocks noGrp="1"/>
          </p:cNvSpPr>
          <p:nvPr>
            <p:ph idx="1"/>
          </p:nvPr>
        </p:nvSpPr>
        <p:spPr>
          <a:xfrm>
            <a:off x="4572000" y="820880"/>
            <a:ext cx="3943349" cy="4889350"/>
          </a:xfrm>
        </p:spPr>
        <p:txBody>
          <a:bodyPr anchor="t">
            <a:normAutofit fontScale="25000" lnSpcReduction="20000"/>
          </a:bodyPr>
          <a:lstStyle/>
          <a:p>
            <a:pPr>
              <a:lnSpc>
                <a:spcPct val="170000"/>
              </a:lnSpc>
            </a:pPr>
            <a:r>
              <a:rPr lang="en-US" sz="6400" dirty="0">
                <a:latin typeface="Aptos" panose="020B0004020202020204" pitchFamily="34" charset="0"/>
              </a:rPr>
              <a:t>Fragmented systems lacking seamless interoperability</a:t>
            </a:r>
          </a:p>
          <a:p>
            <a:pPr>
              <a:lnSpc>
                <a:spcPct val="170000"/>
              </a:lnSpc>
            </a:pPr>
            <a:r>
              <a:rPr lang="en-US" sz="6400" dirty="0">
                <a:latin typeface="Aptos" panose="020B0004020202020204" pitchFamily="34" charset="0"/>
              </a:rPr>
              <a:t>Absence of unified, real-time analytics across business functions</a:t>
            </a:r>
          </a:p>
          <a:p>
            <a:pPr>
              <a:lnSpc>
                <a:spcPct val="170000"/>
              </a:lnSpc>
            </a:pPr>
            <a:r>
              <a:rPr lang="en-US" sz="6400" dirty="0">
                <a:latin typeface="Aptos" panose="020B0004020202020204" pitchFamily="34" charset="0"/>
              </a:rPr>
              <a:t>Inefficient first-level support impacting customer satisfaction</a:t>
            </a:r>
          </a:p>
          <a:p>
            <a:pPr>
              <a:lnSpc>
                <a:spcPct val="170000"/>
              </a:lnSpc>
            </a:pPr>
            <a:r>
              <a:rPr lang="en-US" sz="6400" dirty="0">
                <a:latin typeface="Aptos" panose="020B0004020202020204" pitchFamily="34" charset="0"/>
              </a:rPr>
              <a:t>Built-in High Availability and resilient Disaster Recovery architecture</a:t>
            </a:r>
          </a:p>
          <a:p>
            <a:pPr>
              <a:lnSpc>
                <a:spcPct val="170000"/>
              </a:lnSpc>
            </a:pPr>
            <a:r>
              <a:rPr lang="en-US" sz="6400" dirty="0">
                <a:latin typeface="Aptos" panose="020B0004020202020204" pitchFamily="34" charset="0"/>
              </a:rPr>
              <a:t>Limited integrations and absence of a robust partner ecosystem</a:t>
            </a:r>
          </a:p>
          <a:p>
            <a:pPr>
              <a:lnSpc>
                <a:spcPct val="170000"/>
              </a:lnSpc>
            </a:pPr>
            <a:r>
              <a:rPr lang="en-US" sz="6400" dirty="0">
                <a:latin typeface="Aptos" panose="020B0004020202020204" pitchFamily="34" charset="0"/>
              </a:rPr>
              <a:t>Scalability limitations during rapid growth or traffic spikes</a:t>
            </a:r>
          </a:p>
          <a:p>
            <a:pPr>
              <a:lnSpc>
                <a:spcPct val="90000"/>
              </a:lnSpc>
            </a:pPr>
            <a:endParaRPr lang="en-US" sz="2700" dirty="0"/>
          </a:p>
          <a:p>
            <a:pPr>
              <a:lnSpc>
                <a:spcPct val="90000"/>
              </a:lnSpc>
            </a:pPr>
            <a:endParaRPr lang="en-US" sz="2700" dirty="0"/>
          </a:p>
        </p:txBody>
      </p:sp>
      <p:sp>
        <p:nvSpPr>
          <p:cNvPr id="27" name="Freeform: Shape 17">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161135"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563731" y="5717905"/>
            <a:ext cx="1328706"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28" name="Freeform: Shape 21">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99729" y="6258755"/>
            <a:ext cx="1174455"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705606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384350"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itle 1"/>
          <p:cNvSpPr>
            <a:spLocks noGrp="1"/>
          </p:cNvSpPr>
          <p:nvPr>
            <p:ph type="title"/>
          </p:nvPr>
        </p:nvSpPr>
        <p:spPr>
          <a:xfrm>
            <a:off x="628650" y="643467"/>
            <a:ext cx="2213403" cy="5571066"/>
          </a:xfrm>
        </p:spPr>
        <p:txBody>
          <a:bodyPr>
            <a:normAutofit/>
          </a:bodyPr>
          <a:lstStyle/>
          <a:p>
            <a:r>
              <a:rPr lang="en-US" sz="3400">
                <a:solidFill>
                  <a:srgbClr val="FFFFFF"/>
                </a:solidFill>
              </a:rPr>
              <a:t>Platform Design Philosophy</a:t>
            </a:r>
          </a:p>
        </p:txBody>
      </p:sp>
      <p:graphicFrame>
        <p:nvGraphicFramePr>
          <p:cNvPr id="5" name="Content Placeholder 2">
            <a:extLst>
              <a:ext uri="{FF2B5EF4-FFF2-40B4-BE49-F238E27FC236}">
                <a16:creationId xmlns:a16="http://schemas.microsoft.com/office/drawing/2014/main" id="{75202B4F-40E9-A831-F88A-7C32C557B40C}"/>
              </a:ext>
            </a:extLst>
          </p:cNvPr>
          <p:cNvGraphicFramePr>
            <a:graphicFrameLocks noGrp="1"/>
          </p:cNvGraphicFramePr>
          <p:nvPr>
            <p:ph idx="1"/>
            <p:extLst>
              <p:ext uri="{D42A27DB-BD31-4B8C-83A1-F6EECF244321}">
                <p14:modId xmlns:p14="http://schemas.microsoft.com/office/powerpoint/2010/main" val="509537550"/>
              </p:ext>
            </p:extLst>
          </p:nvPr>
        </p:nvGraphicFramePr>
        <p:xfrm>
          <a:off x="3905730" y="643466"/>
          <a:ext cx="4718785" cy="5530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US" sz="3600"/>
              <a:t>Platform Components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B10D51A-C743-12C0-0D9C-A18574948B4A}"/>
              </a:ext>
            </a:extLst>
          </p:cNvPr>
          <p:cNvGraphicFramePr>
            <a:graphicFrameLocks noGrp="1"/>
          </p:cNvGraphicFramePr>
          <p:nvPr>
            <p:ph idx="1"/>
            <p:extLst>
              <p:ext uri="{D42A27DB-BD31-4B8C-83A1-F6EECF244321}">
                <p14:modId xmlns:p14="http://schemas.microsoft.com/office/powerpoint/2010/main" val="3383227114"/>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16">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125454"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C62A83-8640-DD50-EF6A-F2A65A7B124C}"/>
              </a:ext>
            </a:extLst>
          </p:cNvPr>
          <p:cNvSpPr>
            <a:spLocks noGrp="1"/>
          </p:cNvSpPr>
          <p:nvPr>
            <p:ph type="title"/>
          </p:nvPr>
        </p:nvSpPr>
        <p:spPr>
          <a:xfrm>
            <a:off x="515125" y="1153572"/>
            <a:ext cx="2400300" cy="4461163"/>
          </a:xfrm>
        </p:spPr>
        <p:txBody>
          <a:bodyPr vert="horz" lIns="91440" tIns="45720" rIns="91440" bIns="45720" rtlCol="0" anchor="ctr">
            <a:normAutofit/>
          </a:bodyPr>
          <a:lstStyle/>
          <a:p>
            <a:pPr algn="l" defTabSz="914400">
              <a:lnSpc>
                <a:spcPct val="90000"/>
              </a:lnSpc>
            </a:pPr>
            <a:r>
              <a:rPr lang="en-US" sz="4100" b="1" kern="1200">
                <a:solidFill>
                  <a:srgbClr val="FFFFFF"/>
                </a:solidFill>
                <a:latin typeface="+mj-lt"/>
                <a:ea typeface="+mj-ea"/>
                <a:cs typeface="+mj-cs"/>
              </a:rPr>
              <a:t>Workflow Engine</a:t>
            </a:r>
          </a:p>
        </p:txBody>
      </p:sp>
      <p:sp>
        <p:nvSpPr>
          <p:cNvPr id="35" name="Arc 34">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5662801" y="2455479"/>
            <a:ext cx="3062575"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400403EA-8E51-9AED-407C-DF59007C3840}"/>
              </a:ext>
            </a:extLst>
          </p:cNvPr>
          <p:cNvSpPr>
            <a:spLocks noGrp="1"/>
          </p:cNvSpPr>
          <p:nvPr>
            <p:ph sz="half" idx="2"/>
          </p:nvPr>
        </p:nvSpPr>
        <p:spPr>
          <a:xfrm>
            <a:off x="3335481" y="591344"/>
            <a:ext cx="5179868" cy="5585619"/>
          </a:xfrm>
        </p:spPr>
        <p:txBody>
          <a:bodyPr vert="horz" lIns="91440" tIns="45720" rIns="91440" bIns="45720" rtlCol="0" anchor="ctr">
            <a:normAutofit/>
          </a:bodyPr>
          <a:lstStyle/>
          <a:p>
            <a:pPr indent="-228600" defTabSz="914400">
              <a:lnSpc>
                <a:spcPct val="90000"/>
              </a:lnSpc>
              <a:buFont typeface="Arial" panose="020B0604020202020204" pitchFamily="34" charset="0"/>
              <a:buChar char="•"/>
            </a:pPr>
            <a:r>
              <a:rPr lang="en-US" sz="2600"/>
              <a:t>Integrates Event-Driven Architecture (EDA) for real-time responsiveness.</a:t>
            </a:r>
          </a:p>
          <a:p>
            <a:pPr indent="-228600" defTabSz="914400">
              <a:lnSpc>
                <a:spcPct val="90000"/>
              </a:lnSpc>
              <a:buFont typeface="Arial" panose="020B0604020202020204" pitchFamily="34" charset="0"/>
              <a:buChar char="•"/>
            </a:pPr>
            <a:r>
              <a:rPr lang="en-US" sz="2600"/>
              <a:t>Supports complex, business-specific workflows tailored to user needs.</a:t>
            </a:r>
          </a:p>
          <a:p>
            <a:pPr indent="-228600" defTabSz="914400">
              <a:lnSpc>
                <a:spcPct val="90000"/>
              </a:lnSpc>
              <a:buFont typeface="Arial" panose="020B0604020202020204" pitchFamily="34" charset="0"/>
              <a:buChar char="•"/>
            </a:pPr>
            <a:r>
              <a:rPr lang="en-US" sz="2600"/>
              <a:t>Enhances operational efficiency through automation and dynamic task management.</a:t>
            </a:r>
          </a:p>
          <a:p>
            <a:pPr indent="-228600" defTabSz="914400">
              <a:lnSpc>
                <a:spcPct val="90000"/>
              </a:lnSpc>
              <a:buFont typeface="Arial" panose="020B0604020202020204" pitchFamily="34" charset="0"/>
              <a:buChar char="•"/>
            </a:pPr>
            <a:r>
              <a:rPr lang="en-US" sz="2600"/>
              <a:t>Enables seamless integration with existing systems and data streams.</a:t>
            </a:r>
          </a:p>
          <a:p>
            <a:pPr indent="-228600" defTabSz="914400">
              <a:lnSpc>
                <a:spcPct val="90000"/>
              </a:lnSpc>
              <a:buFont typeface="Arial" panose="020B0604020202020204" pitchFamily="34" charset="0"/>
              <a:buChar char="•"/>
            </a:pPr>
            <a:r>
              <a:rPr lang="en-US" sz="2600"/>
              <a:t>Facilitates rapid adaptation to changing business requirements and scenarios.</a:t>
            </a:r>
          </a:p>
        </p:txBody>
      </p:sp>
    </p:spTree>
    <p:extLst>
      <p:ext uri="{BB962C8B-B14F-4D97-AF65-F5344CB8AC3E}">
        <p14:creationId xmlns:p14="http://schemas.microsoft.com/office/powerpoint/2010/main" val="28418632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US" sz="4000"/>
              <a:t>Inside-ONT Gold Intelligence</a:t>
            </a:r>
          </a:p>
        </p:txBody>
      </p:sp>
      <p:sp>
        <p:nvSpPr>
          <p:cNvPr id="6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4F22A7CA-2A9A-8441-7274-C535EA8E8EF6}"/>
              </a:ext>
            </a:extLst>
          </p:cNvPr>
          <p:cNvGraphicFramePr>
            <a:graphicFrameLocks noGrp="1"/>
          </p:cNvGraphicFramePr>
          <p:nvPr>
            <p:ph idx="1"/>
            <p:extLst>
              <p:ext uri="{D42A27DB-BD31-4B8C-83A1-F6EECF244321}">
                <p14:modId xmlns:p14="http://schemas.microsoft.com/office/powerpoint/2010/main" val="1453346384"/>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709F1D5-B0F1-4714-A239-E5B61C1619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228FB460-D3FF-4440-A020-05982A09E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5409" y="1011045"/>
            <a:ext cx="3277394" cy="4369859"/>
          </a:xfrm>
          <a:prstGeom prst="roundRect">
            <a:avLst>
              <a:gd name="adj" fmla="val 275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17619" y="1112969"/>
            <a:ext cx="2952974" cy="4166010"/>
          </a:xfrm>
        </p:spPr>
        <p:txBody>
          <a:bodyPr>
            <a:normAutofit/>
          </a:bodyPr>
          <a:lstStyle/>
          <a:p>
            <a:r>
              <a:rPr lang="en-US" sz="4100">
                <a:solidFill>
                  <a:srgbClr val="FFFFFF"/>
                </a:solidFill>
              </a:rPr>
              <a:t>Architecture Overview</a:t>
            </a:r>
          </a:p>
        </p:txBody>
      </p:sp>
      <p:sp>
        <p:nvSpPr>
          <p:cNvPr id="21" name="Freeform: Shape 20">
            <a:extLst>
              <a:ext uri="{FF2B5EF4-FFF2-40B4-BE49-F238E27FC236}">
                <a16:creationId xmlns:a16="http://schemas.microsoft.com/office/drawing/2014/main" id="{14847E93-7DC1-4D4B-8829-B19AA7137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97896" y="0"/>
            <a:ext cx="866357"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5566D6E1-03A1-4D73-A4E0-35D74D568A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971133" y="-1"/>
            <a:ext cx="130305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F835A99-04AC-494A-A572-AFE8413CC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36831"/>
            <a:ext cx="119805"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p:cNvSpPr>
            <a:spLocks noGrp="1"/>
          </p:cNvSpPr>
          <p:nvPr>
            <p:ph idx="1"/>
          </p:nvPr>
        </p:nvSpPr>
        <p:spPr>
          <a:xfrm>
            <a:off x="4572000" y="820880"/>
            <a:ext cx="3943349" cy="4889350"/>
          </a:xfrm>
        </p:spPr>
        <p:txBody>
          <a:bodyPr anchor="t">
            <a:normAutofit/>
          </a:bodyPr>
          <a:lstStyle/>
          <a:p>
            <a:pPr>
              <a:defRPr sz="1800"/>
            </a:pPr>
            <a:r>
              <a:rPr lang="en-US" sz="1800"/>
              <a:t>Self healing Microservices + Micro-databases design pattern</a:t>
            </a:r>
          </a:p>
          <a:p>
            <a:pPr>
              <a:defRPr sz="1800"/>
            </a:pPr>
            <a:r>
              <a:rPr lang="en-US" sz="1800"/>
              <a:t>Fault tolerant NATS Super Cluster for event-driven message bus</a:t>
            </a:r>
          </a:p>
          <a:p>
            <a:pPr>
              <a:defRPr sz="1800"/>
            </a:pPr>
            <a:r>
              <a:rPr lang="en-US" sz="1800"/>
              <a:t>On demand scalable multi zone K8S cluster design for HA </a:t>
            </a:r>
          </a:p>
          <a:p>
            <a:pPr>
              <a:defRPr sz="1800"/>
            </a:pPr>
            <a:r>
              <a:rPr lang="en-US" sz="1800"/>
              <a:t>OpenAPI 3.1 – Contract-first design &amp; automation</a:t>
            </a:r>
          </a:p>
          <a:p>
            <a:pPr>
              <a:defRPr sz="1800"/>
            </a:pPr>
            <a:r>
              <a:rPr lang="en-US" sz="1800"/>
              <a:t>R/ABAC with </a:t>
            </a:r>
            <a:r>
              <a:rPr lang="en-US" sz="1800" err="1"/>
              <a:t>Casbin</a:t>
            </a:r>
            <a:r>
              <a:rPr lang="en-US" sz="1800"/>
              <a:t>/Ory – fine-grained access control</a:t>
            </a:r>
          </a:p>
          <a:p>
            <a:pPr>
              <a:defRPr sz="1800"/>
            </a:pPr>
            <a:r>
              <a:rPr lang="en-US" sz="1800"/>
              <a:t>Ingress: API Gateway with </a:t>
            </a:r>
            <a:r>
              <a:rPr lang="en-US" sz="1800" err="1"/>
              <a:t>APISix</a:t>
            </a:r>
            <a:r>
              <a:rPr lang="en-US" sz="1800"/>
              <a:t> + observability hooks</a:t>
            </a:r>
          </a:p>
          <a:p>
            <a:pPr>
              <a:defRPr sz="1800"/>
            </a:pPr>
            <a:r>
              <a:rPr lang="en-US" sz="1800"/>
              <a:t>Observability or Monitoring: Log analytics</a:t>
            </a:r>
          </a:p>
          <a:p>
            <a:pPr>
              <a:defRPr sz="1800"/>
            </a:pPr>
            <a:r>
              <a:rPr lang="en-US" sz="1800"/>
              <a:t>Helm/K8S Operator for full infra-automation</a:t>
            </a:r>
          </a:p>
        </p:txBody>
      </p:sp>
      <p:sp>
        <p:nvSpPr>
          <p:cNvPr id="27" name="Freeform: Shape 26">
            <a:extLst>
              <a:ext uri="{FF2B5EF4-FFF2-40B4-BE49-F238E27FC236}">
                <a16:creationId xmlns:a16="http://schemas.microsoft.com/office/drawing/2014/main" id="{7B786209-1B0B-4CA9-9BDD-F7327066A8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161135"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2D2964BB-484D-45AE-AD66-D407D06296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563731" y="5717905"/>
            <a:ext cx="1328706"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6691AC69-A76E-4DAB-B565-468B6B87AC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099729" y="6258755"/>
            <a:ext cx="1174455"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384350"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itle 1"/>
          <p:cNvSpPr>
            <a:spLocks noGrp="1"/>
          </p:cNvSpPr>
          <p:nvPr>
            <p:ph type="title"/>
          </p:nvPr>
        </p:nvSpPr>
        <p:spPr>
          <a:xfrm>
            <a:off x="628650" y="643467"/>
            <a:ext cx="2213403" cy="5571066"/>
          </a:xfrm>
        </p:spPr>
        <p:txBody>
          <a:bodyPr>
            <a:normAutofit/>
          </a:bodyPr>
          <a:lstStyle/>
          <a:p>
            <a:r>
              <a:rPr lang="en-US" sz="3100">
                <a:solidFill>
                  <a:srgbClr val="FFFFFF"/>
                </a:solidFill>
              </a:rPr>
              <a:t>Deployment Options</a:t>
            </a:r>
          </a:p>
        </p:txBody>
      </p:sp>
      <p:graphicFrame>
        <p:nvGraphicFramePr>
          <p:cNvPr id="5" name="Content Placeholder 2">
            <a:extLst>
              <a:ext uri="{FF2B5EF4-FFF2-40B4-BE49-F238E27FC236}">
                <a16:creationId xmlns:a16="http://schemas.microsoft.com/office/drawing/2014/main" id="{8B11DF7C-8907-3E6D-307E-CA99954E0950}"/>
              </a:ext>
            </a:extLst>
          </p:cNvPr>
          <p:cNvGraphicFramePr>
            <a:graphicFrameLocks/>
          </p:cNvGraphicFramePr>
          <p:nvPr>
            <p:extLst>
              <p:ext uri="{D42A27DB-BD31-4B8C-83A1-F6EECF244321}">
                <p14:modId xmlns:p14="http://schemas.microsoft.com/office/powerpoint/2010/main" val="2698741590"/>
              </p:ext>
            </p:extLst>
          </p:nvPr>
        </p:nvGraphicFramePr>
        <p:xfrm>
          <a:off x="4013000" y="821905"/>
          <a:ext cx="4664319" cy="52141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76250" y="640823"/>
            <a:ext cx="2563994" cy="5583148"/>
          </a:xfrm>
        </p:spPr>
        <p:txBody>
          <a:bodyPr anchor="ctr">
            <a:normAutofit/>
          </a:bodyPr>
          <a:lstStyle/>
          <a:p>
            <a:r>
              <a:rPr lang="en-US" sz="3300"/>
              <a:t>AI-Powered Automations</a:t>
            </a:r>
          </a:p>
        </p:txBody>
      </p:sp>
      <p:sp>
        <p:nvSpPr>
          <p:cNvPr id="18"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44313" y="3465005"/>
            <a:ext cx="5410200" cy="13716"/>
          </a:xfrm>
          <a:custGeom>
            <a:avLst/>
            <a:gdLst>
              <a:gd name="connsiteX0" fmla="*/ 0 w 5410200"/>
              <a:gd name="connsiteY0" fmla="*/ 0 h 13716"/>
              <a:gd name="connsiteX1" fmla="*/ 568071 w 5410200"/>
              <a:gd name="connsiteY1" fmla="*/ 0 h 13716"/>
              <a:gd name="connsiteX2" fmla="*/ 1298448 w 5410200"/>
              <a:gd name="connsiteY2" fmla="*/ 0 h 13716"/>
              <a:gd name="connsiteX3" fmla="*/ 1920621 w 5410200"/>
              <a:gd name="connsiteY3" fmla="*/ 0 h 13716"/>
              <a:gd name="connsiteX4" fmla="*/ 2488692 w 5410200"/>
              <a:gd name="connsiteY4" fmla="*/ 0 h 13716"/>
              <a:gd name="connsiteX5" fmla="*/ 3219069 w 5410200"/>
              <a:gd name="connsiteY5" fmla="*/ 0 h 13716"/>
              <a:gd name="connsiteX6" fmla="*/ 3895344 w 5410200"/>
              <a:gd name="connsiteY6" fmla="*/ 0 h 13716"/>
              <a:gd name="connsiteX7" fmla="*/ 4571619 w 5410200"/>
              <a:gd name="connsiteY7" fmla="*/ 0 h 13716"/>
              <a:gd name="connsiteX8" fmla="*/ 5410200 w 5410200"/>
              <a:gd name="connsiteY8" fmla="*/ 0 h 13716"/>
              <a:gd name="connsiteX9" fmla="*/ 5410200 w 5410200"/>
              <a:gd name="connsiteY9" fmla="*/ 13716 h 13716"/>
              <a:gd name="connsiteX10" fmla="*/ 4842129 w 5410200"/>
              <a:gd name="connsiteY10" fmla="*/ 13716 h 13716"/>
              <a:gd name="connsiteX11" fmla="*/ 4328160 w 5410200"/>
              <a:gd name="connsiteY11" fmla="*/ 13716 h 13716"/>
              <a:gd name="connsiteX12" fmla="*/ 3597783 w 5410200"/>
              <a:gd name="connsiteY12" fmla="*/ 13716 h 13716"/>
              <a:gd name="connsiteX13" fmla="*/ 3029712 w 5410200"/>
              <a:gd name="connsiteY13" fmla="*/ 13716 h 13716"/>
              <a:gd name="connsiteX14" fmla="*/ 2299335 w 5410200"/>
              <a:gd name="connsiteY14" fmla="*/ 13716 h 13716"/>
              <a:gd name="connsiteX15" fmla="*/ 1514856 w 5410200"/>
              <a:gd name="connsiteY15" fmla="*/ 13716 h 13716"/>
              <a:gd name="connsiteX16" fmla="*/ 892683 w 5410200"/>
              <a:gd name="connsiteY16" fmla="*/ 13716 h 13716"/>
              <a:gd name="connsiteX17" fmla="*/ 0 w 5410200"/>
              <a:gd name="connsiteY17" fmla="*/ 13716 h 13716"/>
              <a:gd name="connsiteX18" fmla="*/ 0 w 5410200"/>
              <a:gd name="connsiteY18" fmla="*/ 0 h 13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3716"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09587" y="2854"/>
                  <a:pt x="5409791" y="9451"/>
                  <a:pt x="5410200" y="13716"/>
                </a:cubicBezTo>
                <a:cubicBezTo>
                  <a:pt x="5139060" y="2179"/>
                  <a:pt x="5121593" y="26463"/>
                  <a:pt x="4842129" y="13716"/>
                </a:cubicBezTo>
                <a:cubicBezTo>
                  <a:pt x="4562665" y="969"/>
                  <a:pt x="4448273" y="4915"/>
                  <a:pt x="4328160" y="13716"/>
                </a:cubicBezTo>
                <a:cubicBezTo>
                  <a:pt x="4208047" y="22517"/>
                  <a:pt x="3760936" y="17995"/>
                  <a:pt x="3597783" y="13716"/>
                </a:cubicBezTo>
                <a:cubicBezTo>
                  <a:pt x="3434630" y="9437"/>
                  <a:pt x="3299718" y="28641"/>
                  <a:pt x="3029712" y="13716"/>
                </a:cubicBezTo>
                <a:cubicBezTo>
                  <a:pt x="2759706" y="-1209"/>
                  <a:pt x="2640159" y="22822"/>
                  <a:pt x="2299335" y="13716"/>
                </a:cubicBezTo>
                <a:cubicBezTo>
                  <a:pt x="1958511" y="4610"/>
                  <a:pt x="1801186" y="24413"/>
                  <a:pt x="1514856" y="13716"/>
                </a:cubicBezTo>
                <a:cubicBezTo>
                  <a:pt x="1228526" y="3019"/>
                  <a:pt x="1063509" y="-9877"/>
                  <a:pt x="892683" y="13716"/>
                </a:cubicBezTo>
                <a:cubicBezTo>
                  <a:pt x="721857" y="37309"/>
                  <a:pt x="186945" y="-25469"/>
                  <a:pt x="0" y="13716"/>
                </a:cubicBezTo>
                <a:cubicBezTo>
                  <a:pt x="-342" y="9537"/>
                  <a:pt x="-97" y="6817"/>
                  <a:pt x="0" y="0"/>
                </a:cubicBezTo>
                <a:close/>
              </a:path>
              <a:path w="5410200" h="13716"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10660" y="2787"/>
                  <a:pt x="5410166" y="9748"/>
                  <a:pt x="5410200" y="13716"/>
                </a:cubicBezTo>
                <a:cubicBezTo>
                  <a:pt x="5163327" y="36922"/>
                  <a:pt x="5008749" y="6121"/>
                  <a:pt x="4842129" y="13716"/>
                </a:cubicBezTo>
                <a:cubicBezTo>
                  <a:pt x="4675509" y="21311"/>
                  <a:pt x="4433401" y="-5187"/>
                  <a:pt x="4165854" y="13716"/>
                </a:cubicBezTo>
                <a:cubicBezTo>
                  <a:pt x="3898308" y="32619"/>
                  <a:pt x="3809032" y="-13282"/>
                  <a:pt x="3543681" y="13716"/>
                </a:cubicBezTo>
                <a:cubicBezTo>
                  <a:pt x="3278330" y="40714"/>
                  <a:pt x="3073876" y="-20489"/>
                  <a:pt x="2759202" y="13716"/>
                </a:cubicBezTo>
                <a:cubicBezTo>
                  <a:pt x="2444528" y="47921"/>
                  <a:pt x="2204144" y="-1200"/>
                  <a:pt x="1974723" y="13716"/>
                </a:cubicBezTo>
                <a:cubicBezTo>
                  <a:pt x="1745302" y="28632"/>
                  <a:pt x="1602335" y="26918"/>
                  <a:pt x="1406652" y="13716"/>
                </a:cubicBezTo>
                <a:cubicBezTo>
                  <a:pt x="1210969" y="514"/>
                  <a:pt x="923948" y="-1411"/>
                  <a:pt x="730377" y="13716"/>
                </a:cubicBezTo>
                <a:cubicBezTo>
                  <a:pt x="536806" y="28843"/>
                  <a:pt x="336496" y="-4713"/>
                  <a:pt x="0" y="13716"/>
                </a:cubicBezTo>
                <a:cubicBezTo>
                  <a:pt x="-535" y="9547"/>
                  <a:pt x="488" y="451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57128BFB-158D-BAB2-CAF0-9C90427A7014}"/>
              </a:ext>
            </a:extLst>
          </p:cNvPr>
          <p:cNvGraphicFramePr>
            <a:graphicFrameLocks noGrp="1"/>
          </p:cNvGraphicFramePr>
          <p:nvPr>
            <p:ph idx="1"/>
            <p:extLst>
              <p:ext uri="{D42A27DB-BD31-4B8C-83A1-F6EECF244321}">
                <p14:modId xmlns:p14="http://schemas.microsoft.com/office/powerpoint/2010/main" val="2502188990"/>
              </p:ext>
            </p:extLst>
          </p:nvPr>
        </p:nvGraphicFramePr>
        <p:xfrm>
          <a:off x="3486013" y="640822"/>
          <a:ext cx="5175384" cy="55361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926" y="1371600"/>
            <a:ext cx="3396984"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p:cNvSpPr>
            <a:spLocks noGrp="1"/>
          </p:cNvSpPr>
          <p:nvPr>
            <p:ph type="title"/>
          </p:nvPr>
        </p:nvSpPr>
        <p:spPr>
          <a:xfrm>
            <a:off x="750705" y="685801"/>
            <a:ext cx="2621145" cy="5491162"/>
          </a:xfrm>
        </p:spPr>
        <p:txBody>
          <a:bodyPr>
            <a:normAutofit/>
          </a:bodyPr>
          <a:lstStyle/>
          <a:p>
            <a:r>
              <a:rPr lang="en-US" sz="3700"/>
              <a:t>Security, Privacy, Compliance</a:t>
            </a:r>
          </a:p>
        </p:txBody>
      </p:sp>
      <p:graphicFrame>
        <p:nvGraphicFramePr>
          <p:cNvPr id="14" name="Content Placeholder 2">
            <a:extLst>
              <a:ext uri="{FF2B5EF4-FFF2-40B4-BE49-F238E27FC236}">
                <a16:creationId xmlns:a16="http://schemas.microsoft.com/office/drawing/2014/main" id="{F4A1BFBA-8ADD-0CC3-5266-EF8A432ACF93}"/>
              </a:ext>
            </a:extLst>
          </p:cNvPr>
          <p:cNvGraphicFramePr>
            <a:graphicFrameLocks noGrp="1"/>
          </p:cNvGraphicFramePr>
          <p:nvPr>
            <p:ph idx="1"/>
            <p:extLst>
              <p:ext uri="{D42A27DB-BD31-4B8C-83A1-F6EECF244321}">
                <p14:modId xmlns:p14="http://schemas.microsoft.com/office/powerpoint/2010/main" val="3015451802"/>
              </p:ext>
            </p:extLst>
          </p:nvPr>
        </p:nvGraphicFramePr>
        <p:xfrm>
          <a:off x="3526910" y="838199"/>
          <a:ext cx="4988440" cy="53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5A632B-B15A-489E-8337-BC0F40DBC2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c 10">
            <a:extLst>
              <a:ext uri="{FF2B5EF4-FFF2-40B4-BE49-F238E27FC236}">
                <a16:creationId xmlns:a16="http://schemas.microsoft.com/office/drawing/2014/main" id="{6E895C8D-1379-40B8-8B1B-B6F5AEAF0A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78946" y="859948"/>
            <a:ext cx="2240924" cy="2987899"/>
          </a:xfrm>
          <a:prstGeom prst="arc">
            <a:avLst>
              <a:gd name="adj1" fmla="val 14612914"/>
              <a:gd name="adj2" fmla="val 0"/>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p:cNvSpPr>
            <a:spLocks noGrp="1"/>
          </p:cNvSpPr>
          <p:nvPr>
            <p:ph type="title"/>
          </p:nvPr>
        </p:nvSpPr>
        <p:spPr>
          <a:xfrm>
            <a:off x="628650" y="643467"/>
            <a:ext cx="2213403" cy="5571066"/>
          </a:xfrm>
        </p:spPr>
        <p:txBody>
          <a:bodyPr>
            <a:normAutofit/>
          </a:bodyPr>
          <a:lstStyle/>
          <a:p>
            <a:r>
              <a:rPr lang="en-US" sz="4100">
                <a:solidFill>
                  <a:srgbClr val="FFFFFF"/>
                </a:solidFill>
              </a:rPr>
              <a:t>Platform Maturity Roadmap</a:t>
            </a:r>
          </a:p>
        </p:txBody>
      </p:sp>
      <p:sp>
        <p:nvSpPr>
          <p:cNvPr id="13" name="Rectangle: Rounded Corners 12">
            <a:extLst>
              <a:ext uri="{FF2B5EF4-FFF2-40B4-BE49-F238E27FC236}">
                <a16:creationId xmlns:a16="http://schemas.microsoft.com/office/drawing/2014/main" id="{651547D7-AD18-407B-A5F4-F8225B5DCF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64089" y="434266"/>
            <a:ext cx="5413275" cy="5922084"/>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3">
            <a:extLst>
              <a:ext uri="{FF2B5EF4-FFF2-40B4-BE49-F238E27FC236}">
                <a16:creationId xmlns:a16="http://schemas.microsoft.com/office/drawing/2014/main" id="{E658D7D2-4BDD-4BBC-671A-7BAFA30F0323}"/>
              </a:ext>
            </a:extLst>
          </p:cNvPr>
          <p:cNvGraphicFramePr>
            <a:graphicFrameLocks noGrp="1"/>
          </p:cNvGraphicFramePr>
          <p:nvPr>
            <p:ph idx="1"/>
            <p:extLst>
              <p:ext uri="{D42A27DB-BD31-4B8C-83A1-F6EECF244321}">
                <p14:modId xmlns:p14="http://schemas.microsoft.com/office/powerpoint/2010/main" val="721555780"/>
              </p:ext>
            </p:extLst>
          </p:nvPr>
        </p:nvGraphicFramePr>
        <p:xfrm>
          <a:off x="3680350" y="629056"/>
          <a:ext cx="5051583" cy="5639998"/>
        </p:xfrm>
        <a:graphic>
          <a:graphicData uri="http://schemas.openxmlformats.org/drawingml/2006/table">
            <a:tbl>
              <a:tblPr/>
              <a:tblGrid>
                <a:gridCol w="2385575">
                  <a:extLst>
                    <a:ext uri="{9D8B030D-6E8A-4147-A177-3AD203B41FA5}">
                      <a16:colId xmlns:a16="http://schemas.microsoft.com/office/drawing/2014/main" val="1976852078"/>
                    </a:ext>
                  </a:extLst>
                </a:gridCol>
                <a:gridCol w="2666008">
                  <a:extLst>
                    <a:ext uri="{9D8B030D-6E8A-4147-A177-3AD203B41FA5}">
                      <a16:colId xmlns:a16="http://schemas.microsoft.com/office/drawing/2014/main" val="3358919563"/>
                    </a:ext>
                  </a:extLst>
                </a:gridCol>
              </a:tblGrid>
              <a:tr h="272560">
                <a:tc>
                  <a:txBody>
                    <a:bodyPr/>
                    <a:lstStyle/>
                    <a:p>
                      <a:pPr algn="l" rtl="0" fontAlgn="base">
                        <a:lnSpc>
                          <a:spcPts val="1564"/>
                        </a:lnSpc>
                        <a:spcAft>
                          <a:spcPts val="800"/>
                        </a:spcAft>
                        <a:buNone/>
                      </a:pPr>
                      <a:r>
                        <a:rPr lang="en-IN" sz="1000" b="1" i="0" u="none" strike="noStrike">
                          <a:effectLst/>
                          <a:latin typeface="Aptos" panose="020B0004020202020204" pitchFamily="34" charset="0"/>
                        </a:rPr>
                        <a:t>Phase</a:t>
                      </a:r>
                      <a:r>
                        <a:rPr lang="en-IN" sz="1000" b="0" i="0" u="none" strike="noStrike">
                          <a:effectLst/>
                          <a:latin typeface="Aptos" panose="020B0004020202020204" pitchFamily="34" charset="0"/>
                        </a:rPr>
                        <a:t> </a:t>
                      </a:r>
                      <a:endParaRPr lang="en-IN" sz="1500" b="0" i="0" u="none" strike="noStrike">
                        <a:effectLst/>
                        <a:latin typeface="Arial" panose="020B0604020202020204" pitchFamily="34" charset="0"/>
                      </a:endParaRPr>
                    </a:p>
                  </a:txBody>
                  <a:tcPr marL="77659" marR="77659" marT="38829" marB="388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564"/>
                        </a:lnSpc>
                        <a:spcAft>
                          <a:spcPts val="800"/>
                        </a:spcAft>
                        <a:buNone/>
                      </a:pPr>
                      <a:r>
                        <a:rPr lang="en-IN" sz="1000" b="1" i="0" u="none" strike="noStrike" dirty="0">
                          <a:effectLst/>
                          <a:latin typeface="Aptos" panose="020B0004020202020204" pitchFamily="34" charset="0"/>
                        </a:rPr>
                        <a:t>Key Deliverables</a:t>
                      </a:r>
                      <a:r>
                        <a:rPr lang="en-IN" sz="1000" b="0" i="0" u="none" strike="noStrike" dirty="0">
                          <a:effectLst/>
                          <a:latin typeface="Aptos" panose="020B0004020202020204" pitchFamily="34" charset="0"/>
                        </a:rPr>
                        <a:t> </a:t>
                      </a:r>
                      <a:endParaRPr lang="en-IN" sz="1500" b="0" i="0" u="none" strike="noStrike" dirty="0">
                        <a:effectLst/>
                        <a:latin typeface="Arial" panose="020B0604020202020204" pitchFamily="34" charset="0"/>
                      </a:endParaRPr>
                    </a:p>
                  </a:txBody>
                  <a:tcPr marL="77659" marR="77659" marT="38829" marB="388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948932846"/>
                  </a:ext>
                </a:extLst>
              </a:tr>
              <a:tr h="1566870">
                <a:tc>
                  <a:txBody>
                    <a:bodyPr/>
                    <a:lstStyle/>
                    <a:p>
                      <a:pPr algn="l" rtl="0" fontAlgn="base">
                        <a:lnSpc>
                          <a:spcPts val="1564"/>
                        </a:lnSpc>
                        <a:spcAft>
                          <a:spcPts val="800"/>
                        </a:spcAft>
                        <a:buNone/>
                      </a:pPr>
                      <a:r>
                        <a:rPr lang="en-IN" sz="1000" b="1" i="0" u="none" strike="noStrike">
                          <a:effectLst/>
                          <a:latin typeface="Aptos" panose="020B0004020202020204" pitchFamily="34" charset="0"/>
                        </a:rPr>
                        <a:t>Phase 1: Core MVP Launch</a:t>
                      </a:r>
                      <a:r>
                        <a:rPr lang="en-IN" sz="1000" b="0" i="0" u="none" strike="noStrike">
                          <a:effectLst/>
                          <a:latin typeface="Aptos" panose="020B0004020202020204" pitchFamily="34" charset="0"/>
                        </a:rPr>
                        <a:t> </a:t>
                      </a:r>
                      <a:r>
                        <a:rPr lang="en-IN" sz="1500" b="0" i="0" u="none" strike="noStrike">
                          <a:effectLst/>
                          <a:latin typeface="Arial" panose="020B0604020202020204" pitchFamily="34" charset="0"/>
                        </a:rPr>
                        <a:t>- </a:t>
                      </a:r>
                      <a:r>
                        <a:rPr lang="en-IN" sz="1000" b="1" i="0" u="none" strike="noStrike">
                          <a:effectLst/>
                          <a:latin typeface="Aptos" panose="020B0004020202020204" pitchFamily="34" charset="0"/>
                        </a:rPr>
                        <a:t>Q4, 2025</a:t>
                      </a:r>
                      <a:r>
                        <a:rPr lang="en-IN" sz="1000" b="0" i="0" u="none" strike="noStrike">
                          <a:effectLst/>
                          <a:latin typeface="Aptos" panose="020B0004020202020204" pitchFamily="34" charset="0"/>
                        </a:rPr>
                        <a:t> </a:t>
                      </a:r>
                      <a:endParaRPr lang="en-IN" sz="1500" b="0" i="0" u="none" strike="noStrike">
                        <a:effectLst/>
                        <a:latin typeface="Arial" panose="020B0604020202020204" pitchFamily="34" charset="0"/>
                      </a:endParaRPr>
                    </a:p>
                  </a:txBody>
                  <a:tcPr marL="77659" marR="77659" marT="38829" marB="388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564"/>
                        </a:lnSpc>
                        <a:spcAft>
                          <a:spcPts val="800"/>
                        </a:spcAft>
                        <a:buNone/>
                      </a:pPr>
                      <a:r>
                        <a:rPr lang="en-IN" sz="1000" b="0" i="0" u="none" strike="noStrike" dirty="0">
                          <a:effectLst/>
                          <a:latin typeface="Aptos" panose="020B0004020202020204" pitchFamily="34" charset="0"/>
                        </a:rPr>
                        <a:t>- Authentication (JWT+MFA) </a:t>
                      </a:r>
                      <a:r>
                        <a:rPr lang="en-IN" sz="1000" b="0" i="0" u="none" strike="noStrike" dirty="0">
                          <a:effectLst/>
                          <a:latin typeface="WordVisiCarriageReturn_MSFontService"/>
                        </a:rPr>
                        <a:t> </a:t>
                      </a:r>
                      <a:br>
                        <a:rPr lang="en-IN" sz="1000" b="0" i="0" u="none" strike="noStrike" dirty="0">
                          <a:effectLst/>
                          <a:latin typeface="WordVisiCarriageReturn_MSFontService"/>
                        </a:rPr>
                      </a:br>
                      <a:r>
                        <a:rPr lang="en-IN" sz="1000" b="0" i="0" u="none" strike="noStrike" dirty="0">
                          <a:effectLst/>
                          <a:latin typeface="Aptos" panose="020B0004020202020204" pitchFamily="34" charset="0"/>
                        </a:rPr>
                        <a:t>- Multi-Domain Management </a:t>
                      </a:r>
                      <a:r>
                        <a:rPr lang="en-IN" sz="1000" b="0" i="0" u="none" strike="noStrike" dirty="0">
                          <a:effectLst/>
                          <a:latin typeface="WordVisiCarriageReturn_MSFontService"/>
                        </a:rPr>
                        <a:t> </a:t>
                      </a:r>
                      <a:br>
                        <a:rPr lang="en-IN" sz="1000" b="0" i="0" u="none" strike="noStrike" dirty="0">
                          <a:effectLst/>
                          <a:latin typeface="WordVisiCarriageReturn_MSFontService"/>
                        </a:rPr>
                      </a:br>
                      <a:r>
                        <a:rPr lang="en-IN" sz="1000" b="0" i="0" u="none" strike="noStrike" dirty="0">
                          <a:effectLst/>
                          <a:latin typeface="Aptos" panose="020B0004020202020204" pitchFamily="34" charset="0"/>
                        </a:rPr>
                        <a:t>- Lead Management + CRM </a:t>
                      </a:r>
                      <a:r>
                        <a:rPr lang="en-IN" sz="1000" b="0" i="0" u="none" strike="noStrike" dirty="0">
                          <a:effectLst/>
                          <a:latin typeface="WordVisiCarriageReturn_MSFontService"/>
                        </a:rPr>
                        <a:t> </a:t>
                      </a:r>
                      <a:br>
                        <a:rPr lang="en-IN" sz="1000" b="0" i="0" u="none" strike="noStrike" dirty="0">
                          <a:effectLst/>
                          <a:latin typeface="WordVisiCarriageReturn_MSFontService"/>
                        </a:rPr>
                      </a:br>
                      <a:r>
                        <a:rPr lang="en-IN" sz="1000" b="0" i="0" u="none" strike="noStrike" dirty="0">
                          <a:effectLst/>
                          <a:latin typeface="Aptos" panose="020B0004020202020204" pitchFamily="34" charset="0"/>
                        </a:rPr>
                        <a:t>- Radius AAA Setup </a:t>
                      </a:r>
                      <a:r>
                        <a:rPr lang="en-IN" sz="1000" b="0" i="0" u="none" strike="noStrike" dirty="0">
                          <a:effectLst/>
                          <a:latin typeface="WordVisiCarriageReturn_MSFontService"/>
                        </a:rPr>
                        <a:t> </a:t>
                      </a:r>
                      <a:br>
                        <a:rPr lang="en-IN" sz="1000" b="0" i="0" u="none" strike="noStrike" dirty="0">
                          <a:effectLst/>
                          <a:latin typeface="WordVisiCarriageReturn_MSFontService"/>
                        </a:rPr>
                      </a:br>
                      <a:r>
                        <a:rPr lang="en-IN" sz="1000" b="0" i="0" u="none" strike="noStrike" dirty="0">
                          <a:effectLst/>
                          <a:latin typeface="Aptos" panose="020B0004020202020204" pitchFamily="34" charset="0"/>
                        </a:rPr>
                        <a:t>- Billing + Wallet System </a:t>
                      </a:r>
                      <a:r>
                        <a:rPr lang="en-IN" sz="1000" b="0" i="0" u="none" strike="noStrike" dirty="0">
                          <a:effectLst/>
                          <a:latin typeface="WordVisiCarriageReturn_MSFontService"/>
                        </a:rPr>
                        <a:t> </a:t>
                      </a:r>
                      <a:br>
                        <a:rPr lang="en-IN" sz="1000" b="0" i="0" u="none" strike="noStrike" dirty="0">
                          <a:effectLst/>
                          <a:latin typeface="WordVisiCarriageReturn_MSFontService"/>
                        </a:rPr>
                      </a:br>
                      <a:r>
                        <a:rPr lang="en-IN" sz="1000" b="0" i="0" u="none" strike="noStrike" dirty="0">
                          <a:effectLst/>
                          <a:latin typeface="Aptos" panose="020B0004020202020204" pitchFamily="34" charset="0"/>
                        </a:rPr>
                        <a:t>- TR-069 Device Provisioning</a:t>
                      </a:r>
                      <a:r>
                        <a:rPr lang="en-IN" sz="1000" b="0" i="0" u="none" strike="noStrike" dirty="0">
                          <a:effectLst/>
                          <a:latin typeface="WordVisiCarriageReturn_MSFontService"/>
                        </a:rPr>
                        <a:t> </a:t>
                      </a:r>
                      <a:br>
                        <a:rPr lang="en-IN" sz="1000" b="0" i="0" u="none" strike="noStrike" dirty="0">
                          <a:effectLst/>
                          <a:latin typeface="WordVisiCarriageReturn_MSFontService"/>
                        </a:rPr>
                      </a:br>
                      <a:r>
                        <a:rPr lang="en-IN" sz="1000" b="0" i="0" u="none" strike="noStrike" kern="1200" dirty="0">
                          <a:solidFill>
                            <a:schemeClr val="tx1"/>
                          </a:solidFill>
                          <a:effectLst/>
                          <a:latin typeface="Aptos" panose="020B0004020202020204" pitchFamily="34" charset="0"/>
                          <a:ea typeface="+mn-ea"/>
                          <a:cs typeface="+mn-cs"/>
                        </a:rPr>
                        <a:t>- Basic Ticketing and Notification Flows</a:t>
                      </a:r>
                    </a:p>
                    <a:p>
                      <a:pPr algn="l" rtl="0" fontAlgn="base">
                        <a:lnSpc>
                          <a:spcPts val="1564"/>
                        </a:lnSpc>
                        <a:spcAft>
                          <a:spcPts val="800"/>
                        </a:spcAft>
                        <a:buNone/>
                      </a:pPr>
                      <a:r>
                        <a:rPr lang="en-IN" sz="1000" b="0" i="0" u="none" strike="noStrike" kern="1200" dirty="0">
                          <a:solidFill>
                            <a:schemeClr val="tx1"/>
                          </a:solidFill>
                          <a:effectLst/>
                          <a:latin typeface="Aptos" panose="020B0004020202020204" pitchFamily="34" charset="0"/>
                          <a:ea typeface="+mn-ea"/>
                          <a:cs typeface="+mn-cs"/>
                        </a:rPr>
                        <a:t>- AI Chatbot and Voice bot Launch </a:t>
                      </a:r>
                    </a:p>
                  </a:txBody>
                  <a:tcPr marL="77659" marR="77659" marT="38829" marB="388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94045371"/>
                  </a:ext>
                </a:extLst>
              </a:tr>
              <a:tr h="1135433">
                <a:tc>
                  <a:txBody>
                    <a:bodyPr/>
                    <a:lstStyle/>
                    <a:p>
                      <a:pPr algn="l" rtl="0" fontAlgn="base">
                        <a:lnSpc>
                          <a:spcPts val="1564"/>
                        </a:lnSpc>
                        <a:spcAft>
                          <a:spcPts val="800"/>
                        </a:spcAft>
                        <a:buNone/>
                      </a:pPr>
                      <a:r>
                        <a:rPr lang="en-IN" sz="1000" b="1" i="0" u="none" strike="noStrike">
                          <a:effectLst/>
                          <a:latin typeface="Aptos" panose="020B0004020202020204" pitchFamily="34" charset="0"/>
                        </a:rPr>
                        <a:t>Phase 2: Smart Automation and Monitoring</a:t>
                      </a:r>
                      <a:r>
                        <a:rPr lang="en-IN" sz="1000" b="0" i="0" u="none" strike="noStrike">
                          <a:effectLst/>
                          <a:latin typeface="Aptos" panose="020B0004020202020204" pitchFamily="34" charset="0"/>
                        </a:rPr>
                        <a:t> </a:t>
                      </a:r>
                      <a:r>
                        <a:rPr lang="en-IN" sz="1000" b="1" i="0" u="none" strike="noStrike">
                          <a:effectLst/>
                          <a:latin typeface="Aptos" panose="020B0004020202020204" pitchFamily="34" charset="0"/>
                        </a:rPr>
                        <a:t>– Q2, 2026</a:t>
                      </a:r>
                      <a:endParaRPr lang="en-IN" sz="1500" b="0" i="0" u="none" strike="noStrike">
                        <a:effectLst/>
                        <a:latin typeface="Arial" panose="020B0604020202020204" pitchFamily="34" charset="0"/>
                      </a:endParaRPr>
                    </a:p>
                  </a:txBody>
                  <a:tcPr marL="77659" marR="77659" marT="38829" marB="388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564"/>
                        </a:lnSpc>
                        <a:spcAft>
                          <a:spcPts val="800"/>
                        </a:spcAft>
                        <a:buNone/>
                      </a:pPr>
                      <a:r>
                        <a:rPr lang="en-IN" sz="1000" b="0" i="0" u="none" strike="noStrike">
                          <a:effectLst/>
                          <a:latin typeface="Aptos" panose="020B0004020202020204" pitchFamily="34" charset="0"/>
                        </a:rPr>
                        <a:t>- Full Stack Real-Time Monitoring (OLT, ONT, Switches) </a:t>
                      </a:r>
                      <a:r>
                        <a:rPr lang="en-IN" sz="1000" b="0" i="0" u="none" strike="noStrike">
                          <a:effectLst/>
                          <a:latin typeface="WordVisiCarriageReturn_MSFontService"/>
                        </a:rPr>
                        <a:t> </a:t>
                      </a:r>
                      <a:br>
                        <a:rPr lang="en-IN" sz="1000" b="0" i="0" u="none" strike="noStrike">
                          <a:effectLst/>
                          <a:latin typeface="WordVisiCarriageReturn_MSFontService"/>
                        </a:rPr>
                      </a:br>
                      <a:r>
                        <a:rPr lang="en-IN" sz="1000" b="0" i="0" u="none" strike="noStrike">
                          <a:effectLst/>
                          <a:latin typeface="Aptos" panose="020B0004020202020204" pitchFamily="34" charset="0"/>
                        </a:rPr>
                        <a:t>- GIS Mapping for Devices and Outage Impact </a:t>
                      </a:r>
                      <a:r>
                        <a:rPr lang="en-IN" sz="1000" b="0" i="0" u="none" strike="noStrike">
                          <a:effectLst/>
                          <a:latin typeface="WordVisiCarriageReturn_MSFontService"/>
                        </a:rPr>
                        <a:t> </a:t>
                      </a:r>
                      <a:br>
                        <a:rPr lang="en-IN" sz="1000" b="0" i="0" u="none" strike="noStrike">
                          <a:effectLst/>
                          <a:latin typeface="WordVisiCarriageReturn_MSFontService"/>
                        </a:rPr>
                      </a:br>
                      <a:r>
                        <a:rPr lang="en-IN" sz="1000" b="0" i="0" u="none" strike="noStrike">
                          <a:effectLst/>
                          <a:latin typeface="Aptos" panose="020B0004020202020204" pitchFamily="34" charset="0"/>
                        </a:rPr>
                        <a:t>- Predictive Network Alerts </a:t>
                      </a:r>
                      <a:r>
                        <a:rPr lang="en-IN" sz="1000" b="0" i="0" u="none" strike="noStrike">
                          <a:effectLst/>
                          <a:latin typeface="WordVisiCarriageReturn_MSFontService"/>
                        </a:rPr>
                        <a:t> </a:t>
                      </a:r>
                      <a:br>
                        <a:rPr lang="en-IN" sz="1000" b="0" i="0" u="none" strike="noStrike">
                          <a:effectLst/>
                          <a:latin typeface="WordVisiCarriageReturn_MSFontService"/>
                        </a:rPr>
                      </a:br>
                      <a:r>
                        <a:rPr lang="en-IN" sz="1000" b="0" i="0" u="none" strike="noStrike">
                          <a:effectLst/>
                          <a:latin typeface="Aptos" panose="020B0004020202020204" pitchFamily="34" charset="0"/>
                        </a:rPr>
                        <a:t>- Dynamic Notification Templates </a:t>
                      </a:r>
                      <a:endParaRPr lang="en-IN" sz="1500" b="0" i="0" u="none" strike="noStrike">
                        <a:effectLst/>
                        <a:latin typeface="Arial" panose="020B0604020202020204" pitchFamily="34" charset="0"/>
                      </a:endParaRPr>
                    </a:p>
                  </a:txBody>
                  <a:tcPr marL="77659" marR="77659" marT="38829" marB="388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241018244"/>
                  </a:ext>
                </a:extLst>
              </a:tr>
              <a:tr h="1221721">
                <a:tc>
                  <a:txBody>
                    <a:bodyPr/>
                    <a:lstStyle/>
                    <a:p>
                      <a:pPr algn="l" rtl="0" fontAlgn="base">
                        <a:lnSpc>
                          <a:spcPts val="1564"/>
                        </a:lnSpc>
                        <a:spcAft>
                          <a:spcPts val="800"/>
                        </a:spcAft>
                        <a:buNone/>
                      </a:pPr>
                      <a:r>
                        <a:rPr lang="en-IN" sz="1000" b="1" i="0" u="none" strike="noStrike">
                          <a:effectLst/>
                          <a:latin typeface="Aptos" panose="020B0004020202020204" pitchFamily="34" charset="0"/>
                        </a:rPr>
                        <a:t>Phase 3: AI &amp; Predictive Service Intelligence</a:t>
                      </a:r>
                      <a:r>
                        <a:rPr lang="en-IN" sz="1000" b="0" i="0" u="none" strike="noStrike">
                          <a:effectLst/>
                          <a:latin typeface="Aptos" panose="020B0004020202020204" pitchFamily="34" charset="0"/>
                        </a:rPr>
                        <a:t> </a:t>
                      </a:r>
                      <a:r>
                        <a:rPr lang="en-IN" sz="1000" b="1" i="0" u="none" strike="noStrike">
                          <a:effectLst/>
                          <a:latin typeface="Aptos" panose="020B0004020202020204" pitchFamily="34" charset="0"/>
                        </a:rPr>
                        <a:t>-- </a:t>
                      </a:r>
                      <a:r>
                        <a:rPr lang="en-IN" sz="1000" b="0" i="0" u="none" strike="noStrike">
                          <a:effectLst/>
                          <a:latin typeface="Aptos" panose="020B0004020202020204" pitchFamily="34" charset="0"/>
                        </a:rPr>
                        <a:t> </a:t>
                      </a:r>
                      <a:r>
                        <a:rPr lang="en-IN" sz="1000" b="1" i="0" u="none" strike="noStrike">
                          <a:effectLst/>
                          <a:latin typeface="Aptos" panose="020B0004020202020204" pitchFamily="34" charset="0"/>
                        </a:rPr>
                        <a:t>Q3, 2026</a:t>
                      </a:r>
                      <a:endParaRPr lang="en-IN" sz="1500" b="1" i="0" u="none" strike="noStrike">
                        <a:effectLst/>
                        <a:latin typeface="Arial" panose="020B0604020202020204" pitchFamily="34" charset="0"/>
                      </a:endParaRPr>
                    </a:p>
                  </a:txBody>
                  <a:tcPr marL="77659" marR="77659" marT="38829" marB="388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564"/>
                        </a:lnSpc>
                        <a:spcAft>
                          <a:spcPts val="800"/>
                        </a:spcAft>
                        <a:buNone/>
                      </a:pPr>
                      <a:r>
                        <a:rPr lang="en-IN" sz="1000" b="0" i="0" u="none" strike="noStrike">
                          <a:effectLst/>
                          <a:latin typeface="Aptos" panose="020B0004020202020204" pitchFamily="34" charset="0"/>
                        </a:rPr>
                        <a:t>- Revenue Leakage Detection Models </a:t>
                      </a:r>
                      <a:r>
                        <a:rPr lang="en-IN" sz="1000" b="0" i="0" u="none" strike="noStrike">
                          <a:effectLst/>
                          <a:latin typeface="WordVisiCarriageReturn_MSFontService"/>
                        </a:rPr>
                        <a:t> </a:t>
                      </a:r>
                      <a:br>
                        <a:rPr lang="en-IN" sz="1000" b="0" i="0" u="none" strike="noStrike">
                          <a:effectLst/>
                          <a:latin typeface="WordVisiCarriageReturn_MSFontService"/>
                        </a:rPr>
                      </a:br>
                      <a:r>
                        <a:rPr lang="en-IN" sz="1000" b="0" i="0" u="none" strike="noStrike">
                          <a:effectLst/>
                          <a:latin typeface="Aptos" panose="020B0004020202020204" pitchFamily="34" charset="0"/>
                        </a:rPr>
                        <a:t>- Churn Prediction Engine </a:t>
                      </a:r>
                      <a:r>
                        <a:rPr lang="en-IN" sz="1000" b="0" i="0" u="none" strike="noStrike">
                          <a:effectLst/>
                          <a:latin typeface="WordVisiCarriageReturn_MSFontService"/>
                        </a:rPr>
                        <a:t> </a:t>
                      </a:r>
                      <a:br>
                        <a:rPr lang="en-IN" sz="1000" b="0" i="0" u="none" strike="noStrike">
                          <a:effectLst/>
                          <a:latin typeface="WordVisiCarriageReturn_MSFontService"/>
                        </a:rPr>
                      </a:br>
                      <a:r>
                        <a:rPr lang="en-IN" sz="1000" b="0" i="0" u="none" strike="noStrike">
                          <a:effectLst/>
                          <a:latin typeface="Aptos" panose="020B0004020202020204" pitchFamily="34" charset="0"/>
                        </a:rPr>
                        <a:t>- Self-Healing Network Actions (Auto Remediation) </a:t>
                      </a:r>
                      <a:endParaRPr lang="en-IN" sz="1500" b="0" i="0" u="none" strike="noStrike">
                        <a:effectLst/>
                        <a:latin typeface="Arial" panose="020B0604020202020204" pitchFamily="34" charset="0"/>
                      </a:endParaRPr>
                    </a:p>
                    <a:p>
                      <a:pPr algn="l" rtl="0" fontAlgn="base">
                        <a:lnSpc>
                          <a:spcPts val="1564"/>
                        </a:lnSpc>
                        <a:spcAft>
                          <a:spcPts val="800"/>
                        </a:spcAft>
                        <a:buNone/>
                      </a:pPr>
                      <a:r>
                        <a:rPr lang="en-IN" sz="1000" b="0" i="0" u="none" strike="noStrike">
                          <a:effectLst/>
                          <a:latin typeface="Aptos" panose="020B0004020202020204" pitchFamily="34" charset="0"/>
                        </a:rPr>
                        <a:t>- MCP Interface  </a:t>
                      </a:r>
                      <a:endParaRPr lang="en-IN" sz="1500" b="0" i="0" u="none" strike="noStrike">
                        <a:effectLst/>
                        <a:latin typeface="Arial" panose="020B0604020202020204" pitchFamily="34" charset="0"/>
                      </a:endParaRPr>
                    </a:p>
                  </a:txBody>
                  <a:tcPr marL="77659" marR="77659" marT="38829" marB="388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502167936"/>
                  </a:ext>
                </a:extLst>
              </a:tr>
              <a:tr h="962859">
                <a:tc>
                  <a:txBody>
                    <a:bodyPr/>
                    <a:lstStyle/>
                    <a:p>
                      <a:pPr algn="l" rtl="0" fontAlgn="base">
                        <a:lnSpc>
                          <a:spcPts val="1564"/>
                        </a:lnSpc>
                        <a:spcAft>
                          <a:spcPts val="800"/>
                        </a:spcAft>
                        <a:buNone/>
                      </a:pPr>
                      <a:r>
                        <a:rPr lang="en-IN" sz="1000" b="1" i="0" u="none" strike="noStrike">
                          <a:effectLst/>
                          <a:latin typeface="Aptos" panose="020B0004020202020204" pitchFamily="34" charset="0"/>
                        </a:rPr>
                        <a:t>Phase 4: IoT Smart Home Expansion</a:t>
                      </a:r>
                      <a:r>
                        <a:rPr lang="en-IN" sz="1000" b="0" i="0" u="none" strike="noStrike">
                          <a:effectLst/>
                          <a:latin typeface="Aptos" panose="020B0004020202020204" pitchFamily="34" charset="0"/>
                        </a:rPr>
                        <a:t> </a:t>
                      </a:r>
                      <a:endParaRPr lang="en-IN" sz="1500" b="0" i="0" u="none" strike="noStrike">
                        <a:effectLst/>
                        <a:latin typeface="Arial" panose="020B0604020202020204" pitchFamily="34" charset="0"/>
                      </a:endParaRPr>
                    </a:p>
                  </a:txBody>
                  <a:tcPr marL="77659" marR="77659" marT="38829" marB="388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lgn="l" rtl="0" fontAlgn="base">
                        <a:lnSpc>
                          <a:spcPts val="1564"/>
                        </a:lnSpc>
                        <a:spcAft>
                          <a:spcPts val="800"/>
                        </a:spcAft>
                        <a:buNone/>
                      </a:pPr>
                      <a:r>
                        <a:rPr lang="en-IN" sz="1000" b="0" i="0" u="none" strike="noStrike" dirty="0">
                          <a:effectLst/>
                          <a:latin typeface="Aptos" panose="020B0004020202020204" pitchFamily="34" charset="0"/>
                        </a:rPr>
                        <a:t>- IoT Device Support (Smart TVs, Cameras) </a:t>
                      </a:r>
                      <a:r>
                        <a:rPr lang="en-IN" sz="1000" b="0" i="0" u="none" strike="noStrike" dirty="0">
                          <a:effectLst/>
                          <a:latin typeface="WordVisiCarriageReturn_MSFontService"/>
                        </a:rPr>
                        <a:t> </a:t>
                      </a:r>
                      <a:br>
                        <a:rPr lang="en-IN" sz="1000" b="0" i="0" u="none" strike="noStrike" dirty="0">
                          <a:effectLst/>
                          <a:latin typeface="WordVisiCarriageReturn_MSFontService"/>
                        </a:rPr>
                      </a:br>
                      <a:r>
                        <a:rPr lang="en-IN" sz="1000" b="0" i="0" u="none" strike="noStrike" dirty="0">
                          <a:effectLst/>
                          <a:latin typeface="Aptos" panose="020B0004020202020204" pitchFamily="34" charset="0"/>
                        </a:rPr>
                        <a:t>- Wi Fi Mesh Health Monitoring </a:t>
                      </a:r>
                      <a:r>
                        <a:rPr lang="en-IN" sz="1000" b="0" i="0" u="none" strike="noStrike" dirty="0">
                          <a:effectLst/>
                          <a:latin typeface="WordVisiCarriageReturn_MSFontService"/>
                        </a:rPr>
                        <a:t> </a:t>
                      </a:r>
                      <a:br>
                        <a:rPr lang="en-IN" sz="1000" b="0" i="0" u="none" strike="noStrike" dirty="0">
                          <a:effectLst/>
                          <a:latin typeface="WordVisiCarriageReturn_MSFontService"/>
                        </a:rPr>
                      </a:br>
                      <a:r>
                        <a:rPr lang="en-IN" sz="1000" b="0" i="0" u="none" strike="noStrike" dirty="0">
                          <a:effectLst/>
                          <a:latin typeface="Aptos" panose="020B0004020202020204" pitchFamily="34" charset="0"/>
                        </a:rPr>
                        <a:t>- Smart Home Gateway Preparation </a:t>
                      </a:r>
                      <a:r>
                        <a:rPr lang="en-IN" sz="1000" b="0" i="0" u="none" strike="noStrike" dirty="0">
                          <a:effectLst/>
                          <a:latin typeface="WordVisiCarriageReturn_MSFontService"/>
                        </a:rPr>
                        <a:t> </a:t>
                      </a:r>
                      <a:br>
                        <a:rPr lang="en-IN" sz="1000" b="0" i="0" u="none" strike="noStrike" dirty="0">
                          <a:effectLst/>
                          <a:latin typeface="WordVisiCarriageReturn_MSFontService"/>
                        </a:rPr>
                      </a:br>
                      <a:r>
                        <a:rPr lang="en-IN" sz="1000" b="0" i="0" u="none" strike="noStrike" dirty="0">
                          <a:effectLst/>
                          <a:latin typeface="Aptos" panose="020B0004020202020204" pitchFamily="34" charset="0"/>
                        </a:rPr>
                        <a:t>- Future Expansion into Smart Home Automation Ecosystem </a:t>
                      </a:r>
                      <a:endParaRPr lang="en-IN" sz="1500" b="0" i="0" u="none" strike="noStrike" dirty="0">
                        <a:effectLst/>
                        <a:latin typeface="Arial" panose="020B0604020202020204" pitchFamily="34" charset="0"/>
                      </a:endParaRPr>
                    </a:p>
                  </a:txBody>
                  <a:tcPr marL="77659" marR="77659" marT="38829" marB="38829"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89575640"/>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Shape 55">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3912768"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628650" y="673770"/>
            <a:ext cx="2415246" cy="2027227"/>
          </a:xfrm>
        </p:spPr>
        <p:txBody>
          <a:bodyPr anchor="t">
            <a:normAutofit/>
          </a:bodyPr>
          <a:lstStyle/>
          <a:p>
            <a:r>
              <a:rPr lang="en-US" sz="4700">
                <a:solidFill>
                  <a:srgbClr val="FFFFFF"/>
                </a:solidFill>
              </a:rPr>
              <a:t>Let’s Talk</a:t>
            </a:r>
          </a:p>
        </p:txBody>
      </p:sp>
      <p:graphicFrame>
        <p:nvGraphicFramePr>
          <p:cNvPr id="68" name="Content Placeholder 2">
            <a:extLst>
              <a:ext uri="{FF2B5EF4-FFF2-40B4-BE49-F238E27FC236}">
                <a16:creationId xmlns:a16="http://schemas.microsoft.com/office/drawing/2014/main" id="{15EC3459-F3FA-8D73-507B-C6BA18CEF61D}"/>
              </a:ext>
            </a:extLst>
          </p:cNvPr>
          <p:cNvGraphicFramePr>
            <a:graphicFrameLocks noGrp="1"/>
          </p:cNvGraphicFramePr>
          <p:nvPr>
            <p:ph idx="1"/>
            <p:extLst>
              <p:ext uri="{D42A27DB-BD31-4B8C-83A1-F6EECF244321}">
                <p14:modId xmlns:p14="http://schemas.microsoft.com/office/powerpoint/2010/main" val="2332208741"/>
              </p:ext>
            </p:extLst>
          </p:nvPr>
        </p:nvGraphicFramePr>
        <p:xfrm>
          <a:off x="4157004" y="541606"/>
          <a:ext cx="4358346" cy="5678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291</TotalTime>
  <Words>959</Words>
  <Application>Microsoft Macintosh PowerPoint</Application>
  <PresentationFormat>On-screen Show (4:3)</PresentationFormat>
  <Paragraphs>96</Paragraphs>
  <Slides>12</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WordVisiCarriageReturn_MSFontService</vt:lpstr>
      <vt:lpstr>Office Theme</vt:lpstr>
      <vt:lpstr>i9 NetSuite Pro Platform Features &amp; Technical Insights</vt:lpstr>
      <vt:lpstr>Problem Statement </vt:lpstr>
      <vt:lpstr>Platform Design Philosophy</vt:lpstr>
      <vt:lpstr>Platform Components</vt:lpstr>
      <vt:lpstr>Workflow Engine</vt:lpstr>
      <vt:lpstr>Inside-ONT Gold Intelligence</vt:lpstr>
      <vt:lpstr>Architecture Overview</vt:lpstr>
      <vt:lpstr>Deployment Options</vt:lpstr>
      <vt:lpstr>AI-Powered Automations</vt:lpstr>
      <vt:lpstr>Security, Privacy, Compliance</vt:lpstr>
      <vt:lpstr>Platform Maturity Roadmap</vt:lpstr>
      <vt:lpstr>Let’s Talk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Raunak Kumar</cp:lastModifiedBy>
  <cp:revision>3</cp:revision>
  <dcterms:created xsi:type="dcterms:W3CDTF">2013-01-27T09:14:16Z</dcterms:created>
  <dcterms:modified xsi:type="dcterms:W3CDTF">2025-07-17T13:25:26Z</dcterms:modified>
  <cp:category/>
</cp:coreProperties>
</file>